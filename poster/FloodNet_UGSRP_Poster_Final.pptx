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60" r:id="rId2"/>
  </p:sldIdLst>
  <p:sldSz cx="43891200" cy="329184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000000"/>
          </p15:clr>
        </p15:guide>
        <p15:guide id="2" pos="10368">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imoenhpE/ANJvLyVEnXOBzPnL1Z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2" d="100"/>
          <a:sy n="22" d="100"/>
        </p:scale>
        <p:origin x="1284" y="8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68625" y="697225"/>
            <a:ext cx="4673825"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701025" y="4415775"/>
            <a:ext cx="5608300" cy="41833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90B8B3C-C4E3-90DE-68A1-9C4E7C92A56E}"/>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FF8863DC-BE12-825E-4B5C-9071F4BE01D4}"/>
              </a:ext>
            </a:extLst>
          </p:cNvPr>
          <p:cNvSpPr txBox="1">
            <a:spLocks noGrp="1"/>
          </p:cNvSpPr>
          <p:nvPr>
            <p:ph type="body" idx="1"/>
          </p:nvPr>
        </p:nvSpPr>
        <p:spPr>
          <a:xfrm>
            <a:off x="701025" y="4415775"/>
            <a:ext cx="5608300" cy="4183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BE6E687D-8594-92AC-4F43-ACC0F2451A7B}"/>
              </a:ext>
            </a:extLst>
          </p:cNvPr>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744238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2468880" y="6817362"/>
            <a:ext cx="27980640" cy="4704080"/>
          </a:xfrm>
          <a:prstGeom prst="rect">
            <a:avLst/>
          </a:prstGeom>
          <a:noFill/>
          <a:ln>
            <a:noFill/>
          </a:ln>
        </p:spPr>
        <p:txBody>
          <a:bodyPr spcFirstLastPara="1" wrap="square" lIns="313500" tIns="156750" rIns="313500" bIns="1567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4937760" y="12435840"/>
            <a:ext cx="23042880" cy="5608320"/>
          </a:xfrm>
          <a:prstGeom prst="rect">
            <a:avLst/>
          </a:prstGeom>
          <a:noFill/>
          <a:ln>
            <a:noFill/>
          </a:ln>
        </p:spPr>
        <p:txBody>
          <a:bodyPr spcFirstLastPara="1" wrap="square" lIns="313500" tIns="156750" rIns="313500" bIns="156750" anchor="t" anchorCtr="0">
            <a:normAutofit/>
          </a:bodyPr>
          <a:lstStyle>
            <a:lvl1pPr lvl="0" algn="ctr">
              <a:spcBef>
                <a:spcPts val="2200"/>
              </a:spcBef>
              <a:spcAft>
                <a:spcPts val="0"/>
              </a:spcAft>
              <a:buClr>
                <a:srgbClr val="888888"/>
              </a:buClr>
              <a:buSzPts val="11000"/>
              <a:buNone/>
              <a:defRPr>
                <a:solidFill>
                  <a:srgbClr val="888888"/>
                </a:solidFill>
              </a:defRPr>
            </a:lvl1pPr>
            <a:lvl2pPr lvl="1" algn="ctr">
              <a:spcBef>
                <a:spcPts val="1920"/>
              </a:spcBef>
              <a:spcAft>
                <a:spcPts val="0"/>
              </a:spcAft>
              <a:buClr>
                <a:srgbClr val="888888"/>
              </a:buClr>
              <a:buSzPts val="9600"/>
              <a:buNone/>
              <a:defRPr>
                <a:solidFill>
                  <a:srgbClr val="888888"/>
                </a:solidFill>
              </a:defRPr>
            </a:lvl2pPr>
            <a:lvl3pPr lvl="2" algn="ctr">
              <a:spcBef>
                <a:spcPts val="1640"/>
              </a:spcBef>
              <a:spcAft>
                <a:spcPts val="0"/>
              </a:spcAft>
              <a:buClr>
                <a:srgbClr val="888888"/>
              </a:buClr>
              <a:buSzPts val="8200"/>
              <a:buNone/>
              <a:defRPr>
                <a:solidFill>
                  <a:srgbClr val="888888"/>
                </a:solidFill>
              </a:defRPr>
            </a:lvl3pPr>
            <a:lvl4pPr lvl="3" algn="ctr">
              <a:spcBef>
                <a:spcPts val="1380"/>
              </a:spcBef>
              <a:spcAft>
                <a:spcPts val="0"/>
              </a:spcAft>
              <a:buClr>
                <a:srgbClr val="888888"/>
              </a:buClr>
              <a:buSzPts val="6900"/>
              <a:buNone/>
              <a:defRPr>
                <a:solidFill>
                  <a:srgbClr val="888888"/>
                </a:solidFill>
              </a:defRPr>
            </a:lvl4pPr>
            <a:lvl5pPr lvl="4" algn="ctr">
              <a:spcBef>
                <a:spcPts val="1380"/>
              </a:spcBef>
              <a:spcAft>
                <a:spcPts val="0"/>
              </a:spcAft>
              <a:buClr>
                <a:srgbClr val="888888"/>
              </a:buClr>
              <a:buSzPts val="6900"/>
              <a:buNone/>
              <a:defRPr>
                <a:solidFill>
                  <a:srgbClr val="888888"/>
                </a:solidFill>
              </a:defRPr>
            </a:lvl5pPr>
            <a:lvl6pPr lvl="5" algn="ctr">
              <a:spcBef>
                <a:spcPts val="1380"/>
              </a:spcBef>
              <a:spcAft>
                <a:spcPts val="0"/>
              </a:spcAft>
              <a:buClr>
                <a:srgbClr val="888888"/>
              </a:buClr>
              <a:buSzPts val="6900"/>
              <a:buNone/>
              <a:defRPr>
                <a:solidFill>
                  <a:srgbClr val="888888"/>
                </a:solidFill>
              </a:defRPr>
            </a:lvl6pPr>
            <a:lvl7pPr lvl="6" algn="ctr">
              <a:spcBef>
                <a:spcPts val="1380"/>
              </a:spcBef>
              <a:spcAft>
                <a:spcPts val="0"/>
              </a:spcAft>
              <a:buClr>
                <a:srgbClr val="888888"/>
              </a:buClr>
              <a:buSzPts val="6900"/>
              <a:buNone/>
              <a:defRPr>
                <a:solidFill>
                  <a:srgbClr val="888888"/>
                </a:solidFill>
              </a:defRPr>
            </a:lvl7pPr>
            <a:lvl8pPr lvl="7" algn="ctr">
              <a:spcBef>
                <a:spcPts val="1380"/>
              </a:spcBef>
              <a:spcAft>
                <a:spcPts val="0"/>
              </a:spcAft>
              <a:buClr>
                <a:srgbClr val="888888"/>
              </a:buClr>
              <a:buSzPts val="6900"/>
              <a:buNone/>
              <a:defRPr>
                <a:solidFill>
                  <a:srgbClr val="888888"/>
                </a:solidFill>
              </a:defRPr>
            </a:lvl8pPr>
            <a:lvl9pPr lvl="8" algn="ctr">
              <a:spcBef>
                <a:spcPts val="1380"/>
              </a:spcBef>
              <a:spcAft>
                <a:spcPts val="0"/>
              </a:spcAft>
              <a:buClr>
                <a:srgbClr val="888888"/>
              </a:buClr>
              <a:buSzPts val="6900"/>
              <a:buNone/>
              <a:defRPr>
                <a:solidFill>
                  <a:srgbClr val="888888"/>
                </a:solidFill>
              </a:defRPr>
            </a:lvl9pPr>
          </a:lstStyle>
          <a:p>
            <a:endParaRPr/>
          </a:p>
        </p:txBody>
      </p:sp>
      <p:sp>
        <p:nvSpPr>
          <p:cNvPr id="18" name="Google Shape;18;p4"/>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1645920" y="878842"/>
            <a:ext cx="29626560" cy="3657600"/>
          </a:xfrm>
          <a:prstGeom prst="rect">
            <a:avLst/>
          </a:prstGeom>
          <a:noFill/>
          <a:ln>
            <a:noFill/>
          </a:ln>
        </p:spPr>
        <p:txBody>
          <a:bodyPr spcFirstLastPara="1" wrap="square" lIns="313500" tIns="156750" rIns="313500" bIns="1567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1645920" y="5120641"/>
            <a:ext cx="29626560" cy="14483082"/>
          </a:xfrm>
          <a:prstGeom prst="rect">
            <a:avLst/>
          </a:prstGeom>
          <a:noFill/>
          <a:ln>
            <a:noFill/>
          </a:ln>
        </p:spPr>
        <p:txBody>
          <a:bodyPr spcFirstLastPara="1" wrap="square" lIns="313500" tIns="156750" rIns="313500" bIns="1567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600327" y="14102082"/>
            <a:ext cx="27980640" cy="4358640"/>
          </a:xfrm>
          <a:prstGeom prst="rect">
            <a:avLst/>
          </a:prstGeom>
          <a:noFill/>
          <a:ln>
            <a:noFill/>
          </a:ln>
        </p:spPr>
        <p:txBody>
          <a:bodyPr spcFirstLastPara="1" wrap="square" lIns="313500" tIns="156750" rIns="313500" bIns="156750" anchor="t" anchorCtr="0">
            <a:normAutofit/>
          </a:bodyPr>
          <a:lstStyle>
            <a:lvl1pPr lvl="0" algn="l">
              <a:spcBef>
                <a:spcPts val="0"/>
              </a:spcBef>
              <a:spcAft>
                <a:spcPts val="0"/>
              </a:spcAft>
              <a:buClr>
                <a:schemeClr val="dk1"/>
              </a:buClr>
              <a:buSzPts val="13700"/>
              <a:buFont typeface="Calibri"/>
              <a:buNone/>
              <a:defRPr sz="137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2600327" y="9301483"/>
            <a:ext cx="27980640" cy="4800598"/>
          </a:xfrm>
          <a:prstGeom prst="rect">
            <a:avLst/>
          </a:prstGeom>
          <a:noFill/>
          <a:ln>
            <a:noFill/>
          </a:ln>
        </p:spPr>
        <p:txBody>
          <a:bodyPr spcFirstLastPara="1" wrap="square" lIns="313500" tIns="156750" rIns="313500" bIns="156750" anchor="b" anchorCtr="0">
            <a:normAutofit/>
          </a:bodyPr>
          <a:lstStyle>
            <a:lvl1pPr marL="457200" lvl="0" indent="-228600" algn="l">
              <a:spcBef>
                <a:spcPts val="1380"/>
              </a:spcBef>
              <a:spcAft>
                <a:spcPts val="0"/>
              </a:spcAft>
              <a:buClr>
                <a:srgbClr val="888888"/>
              </a:buClr>
              <a:buSzPts val="6900"/>
              <a:buNone/>
              <a:defRPr sz="6900">
                <a:solidFill>
                  <a:srgbClr val="888888"/>
                </a:solidFill>
              </a:defRPr>
            </a:lvl1pPr>
            <a:lvl2pPr marL="914400" lvl="1" indent="-228600" algn="l">
              <a:spcBef>
                <a:spcPts val="1240"/>
              </a:spcBef>
              <a:spcAft>
                <a:spcPts val="0"/>
              </a:spcAft>
              <a:buClr>
                <a:srgbClr val="888888"/>
              </a:buClr>
              <a:buSzPts val="6200"/>
              <a:buNone/>
              <a:defRPr sz="6200">
                <a:solidFill>
                  <a:srgbClr val="888888"/>
                </a:solidFill>
              </a:defRPr>
            </a:lvl2pPr>
            <a:lvl3pPr marL="1371600" lvl="2" indent="-228600" algn="l">
              <a:spcBef>
                <a:spcPts val="1100"/>
              </a:spcBef>
              <a:spcAft>
                <a:spcPts val="0"/>
              </a:spcAft>
              <a:buClr>
                <a:srgbClr val="888888"/>
              </a:buClr>
              <a:buSzPts val="5500"/>
              <a:buNone/>
              <a:defRPr sz="5500">
                <a:solidFill>
                  <a:srgbClr val="888888"/>
                </a:solidFill>
              </a:defRPr>
            </a:lvl3pPr>
            <a:lvl4pPr marL="1828800" lvl="3" indent="-228600" algn="l">
              <a:spcBef>
                <a:spcPts val="960"/>
              </a:spcBef>
              <a:spcAft>
                <a:spcPts val="0"/>
              </a:spcAft>
              <a:buClr>
                <a:srgbClr val="888888"/>
              </a:buClr>
              <a:buSzPts val="4800"/>
              <a:buNone/>
              <a:defRPr sz="4800">
                <a:solidFill>
                  <a:srgbClr val="888888"/>
                </a:solidFill>
              </a:defRPr>
            </a:lvl4pPr>
            <a:lvl5pPr marL="2286000" lvl="4" indent="-228600" algn="l">
              <a:spcBef>
                <a:spcPts val="960"/>
              </a:spcBef>
              <a:spcAft>
                <a:spcPts val="0"/>
              </a:spcAft>
              <a:buClr>
                <a:srgbClr val="888888"/>
              </a:buClr>
              <a:buSzPts val="4800"/>
              <a:buNone/>
              <a:defRPr sz="4800">
                <a:solidFill>
                  <a:srgbClr val="888888"/>
                </a:solidFill>
              </a:defRPr>
            </a:lvl5pPr>
            <a:lvl6pPr marL="2743200" lvl="5" indent="-228600" algn="l">
              <a:spcBef>
                <a:spcPts val="960"/>
              </a:spcBef>
              <a:spcAft>
                <a:spcPts val="0"/>
              </a:spcAft>
              <a:buClr>
                <a:srgbClr val="888888"/>
              </a:buClr>
              <a:buSzPts val="4800"/>
              <a:buNone/>
              <a:defRPr sz="4800">
                <a:solidFill>
                  <a:srgbClr val="888888"/>
                </a:solidFill>
              </a:defRPr>
            </a:lvl6pPr>
            <a:lvl7pPr marL="3200400" lvl="6" indent="-228600" algn="l">
              <a:spcBef>
                <a:spcPts val="960"/>
              </a:spcBef>
              <a:spcAft>
                <a:spcPts val="0"/>
              </a:spcAft>
              <a:buClr>
                <a:srgbClr val="888888"/>
              </a:buClr>
              <a:buSzPts val="4800"/>
              <a:buNone/>
              <a:defRPr sz="4800">
                <a:solidFill>
                  <a:srgbClr val="888888"/>
                </a:solidFill>
              </a:defRPr>
            </a:lvl7pPr>
            <a:lvl8pPr marL="3657600" lvl="7" indent="-228600" algn="l">
              <a:spcBef>
                <a:spcPts val="960"/>
              </a:spcBef>
              <a:spcAft>
                <a:spcPts val="0"/>
              </a:spcAft>
              <a:buClr>
                <a:srgbClr val="888888"/>
              </a:buClr>
              <a:buSzPts val="4800"/>
              <a:buNone/>
              <a:defRPr sz="4800">
                <a:solidFill>
                  <a:srgbClr val="888888"/>
                </a:solidFill>
              </a:defRPr>
            </a:lvl8pPr>
            <a:lvl9pPr marL="4114800" lvl="8" indent="-228600" algn="l">
              <a:spcBef>
                <a:spcPts val="960"/>
              </a:spcBef>
              <a:spcAft>
                <a:spcPts val="0"/>
              </a:spcAft>
              <a:buClr>
                <a:srgbClr val="888888"/>
              </a:buClr>
              <a:buSzPts val="4800"/>
              <a:buNone/>
              <a:defRPr sz="4800">
                <a:solidFill>
                  <a:srgbClr val="888888"/>
                </a:solidFill>
              </a:defRPr>
            </a:lvl9pPr>
          </a:lstStyle>
          <a:p>
            <a:endParaRPr/>
          </a:p>
        </p:txBody>
      </p:sp>
      <p:sp>
        <p:nvSpPr>
          <p:cNvPr id="30" name="Google Shape;30;p6"/>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1645920" y="878842"/>
            <a:ext cx="29626560" cy="3657600"/>
          </a:xfrm>
          <a:prstGeom prst="rect">
            <a:avLst/>
          </a:prstGeom>
          <a:noFill/>
          <a:ln>
            <a:noFill/>
          </a:ln>
        </p:spPr>
        <p:txBody>
          <a:bodyPr spcFirstLastPara="1" wrap="square" lIns="313500" tIns="156750" rIns="313500" bIns="1567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5926457" y="16388081"/>
            <a:ext cx="53052343" cy="46344842"/>
          </a:xfrm>
          <a:prstGeom prst="rect">
            <a:avLst/>
          </a:prstGeom>
          <a:noFill/>
          <a:ln>
            <a:noFill/>
          </a:ln>
        </p:spPr>
        <p:txBody>
          <a:bodyPr spcFirstLastPara="1" wrap="square" lIns="313500" tIns="156750" rIns="313500" bIns="156750" anchor="t" anchorCtr="0">
            <a:normAutofit/>
          </a:bodyPr>
          <a:lstStyle>
            <a:lvl1pPr marL="457200" lvl="0" indent="-838200" algn="l">
              <a:spcBef>
                <a:spcPts val="1920"/>
              </a:spcBef>
              <a:spcAft>
                <a:spcPts val="0"/>
              </a:spcAft>
              <a:buClr>
                <a:schemeClr val="dk1"/>
              </a:buClr>
              <a:buSzPts val="9600"/>
              <a:buChar char="•"/>
              <a:defRPr sz="9600"/>
            </a:lvl1pPr>
            <a:lvl2pPr marL="914400" lvl="1" indent="-749300" algn="l">
              <a:spcBef>
                <a:spcPts val="1640"/>
              </a:spcBef>
              <a:spcAft>
                <a:spcPts val="0"/>
              </a:spcAft>
              <a:buClr>
                <a:schemeClr val="dk1"/>
              </a:buClr>
              <a:buSzPts val="8200"/>
              <a:buChar char="–"/>
              <a:defRPr sz="8200"/>
            </a:lvl2pPr>
            <a:lvl3pPr marL="1371600" lvl="2" indent="-666750" algn="l">
              <a:spcBef>
                <a:spcPts val="1380"/>
              </a:spcBef>
              <a:spcAft>
                <a:spcPts val="0"/>
              </a:spcAft>
              <a:buClr>
                <a:schemeClr val="dk1"/>
              </a:buClr>
              <a:buSzPts val="6900"/>
              <a:buChar char="•"/>
              <a:defRPr sz="6900"/>
            </a:lvl3pPr>
            <a:lvl4pPr marL="1828800" lvl="3" indent="-622300" algn="l">
              <a:spcBef>
                <a:spcPts val="1240"/>
              </a:spcBef>
              <a:spcAft>
                <a:spcPts val="0"/>
              </a:spcAft>
              <a:buClr>
                <a:schemeClr val="dk1"/>
              </a:buClr>
              <a:buSzPts val="6200"/>
              <a:buChar char="–"/>
              <a:defRPr sz="6200"/>
            </a:lvl4pPr>
            <a:lvl5pPr marL="2286000" lvl="4" indent="-622300" algn="l">
              <a:spcBef>
                <a:spcPts val="1240"/>
              </a:spcBef>
              <a:spcAft>
                <a:spcPts val="0"/>
              </a:spcAft>
              <a:buClr>
                <a:schemeClr val="dk1"/>
              </a:buClr>
              <a:buSzPts val="6200"/>
              <a:buChar char="»"/>
              <a:defRPr sz="6200"/>
            </a:lvl5pPr>
            <a:lvl6pPr marL="2743200" lvl="5" indent="-622300" algn="l">
              <a:spcBef>
                <a:spcPts val="1240"/>
              </a:spcBef>
              <a:spcAft>
                <a:spcPts val="0"/>
              </a:spcAft>
              <a:buClr>
                <a:schemeClr val="dk1"/>
              </a:buClr>
              <a:buSzPts val="6200"/>
              <a:buChar char="•"/>
              <a:defRPr sz="6200"/>
            </a:lvl6pPr>
            <a:lvl7pPr marL="3200400" lvl="6" indent="-622300" algn="l">
              <a:spcBef>
                <a:spcPts val="1240"/>
              </a:spcBef>
              <a:spcAft>
                <a:spcPts val="0"/>
              </a:spcAft>
              <a:buClr>
                <a:schemeClr val="dk1"/>
              </a:buClr>
              <a:buSzPts val="6200"/>
              <a:buChar char="•"/>
              <a:defRPr sz="6200"/>
            </a:lvl7pPr>
            <a:lvl8pPr marL="3657600" lvl="7" indent="-622300" algn="l">
              <a:spcBef>
                <a:spcPts val="1240"/>
              </a:spcBef>
              <a:spcAft>
                <a:spcPts val="0"/>
              </a:spcAft>
              <a:buClr>
                <a:schemeClr val="dk1"/>
              </a:buClr>
              <a:buSzPts val="6200"/>
              <a:buChar char="•"/>
              <a:defRPr sz="6200"/>
            </a:lvl8pPr>
            <a:lvl9pPr marL="4114800" lvl="8" indent="-622300" algn="l">
              <a:spcBef>
                <a:spcPts val="1240"/>
              </a:spcBef>
              <a:spcAft>
                <a:spcPts val="0"/>
              </a:spcAft>
              <a:buClr>
                <a:schemeClr val="dk1"/>
              </a:buClr>
              <a:buSzPts val="6200"/>
              <a:buChar char="•"/>
              <a:defRPr sz="6200"/>
            </a:lvl9pPr>
          </a:lstStyle>
          <a:p>
            <a:endParaRPr/>
          </a:p>
        </p:txBody>
      </p:sp>
      <p:sp>
        <p:nvSpPr>
          <p:cNvPr id="36" name="Google Shape;36;p7"/>
          <p:cNvSpPr txBox="1">
            <a:spLocks noGrp="1"/>
          </p:cNvSpPr>
          <p:nvPr>
            <p:ph type="body" idx="2"/>
          </p:nvPr>
        </p:nvSpPr>
        <p:spPr>
          <a:xfrm>
            <a:off x="59527442" y="16388081"/>
            <a:ext cx="53052347" cy="46344842"/>
          </a:xfrm>
          <a:prstGeom prst="rect">
            <a:avLst/>
          </a:prstGeom>
          <a:noFill/>
          <a:ln>
            <a:noFill/>
          </a:ln>
        </p:spPr>
        <p:txBody>
          <a:bodyPr spcFirstLastPara="1" wrap="square" lIns="313500" tIns="156750" rIns="313500" bIns="156750" anchor="t" anchorCtr="0">
            <a:normAutofit/>
          </a:bodyPr>
          <a:lstStyle>
            <a:lvl1pPr marL="457200" lvl="0" indent="-838200" algn="l">
              <a:spcBef>
                <a:spcPts val="1920"/>
              </a:spcBef>
              <a:spcAft>
                <a:spcPts val="0"/>
              </a:spcAft>
              <a:buClr>
                <a:schemeClr val="dk1"/>
              </a:buClr>
              <a:buSzPts val="9600"/>
              <a:buChar char="•"/>
              <a:defRPr sz="9600"/>
            </a:lvl1pPr>
            <a:lvl2pPr marL="914400" lvl="1" indent="-749300" algn="l">
              <a:spcBef>
                <a:spcPts val="1640"/>
              </a:spcBef>
              <a:spcAft>
                <a:spcPts val="0"/>
              </a:spcAft>
              <a:buClr>
                <a:schemeClr val="dk1"/>
              </a:buClr>
              <a:buSzPts val="8200"/>
              <a:buChar char="–"/>
              <a:defRPr sz="8200"/>
            </a:lvl2pPr>
            <a:lvl3pPr marL="1371600" lvl="2" indent="-666750" algn="l">
              <a:spcBef>
                <a:spcPts val="1380"/>
              </a:spcBef>
              <a:spcAft>
                <a:spcPts val="0"/>
              </a:spcAft>
              <a:buClr>
                <a:schemeClr val="dk1"/>
              </a:buClr>
              <a:buSzPts val="6900"/>
              <a:buChar char="•"/>
              <a:defRPr sz="6900"/>
            </a:lvl3pPr>
            <a:lvl4pPr marL="1828800" lvl="3" indent="-622300" algn="l">
              <a:spcBef>
                <a:spcPts val="1240"/>
              </a:spcBef>
              <a:spcAft>
                <a:spcPts val="0"/>
              </a:spcAft>
              <a:buClr>
                <a:schemeClr val="dk1"/>
              </a:buClr>
              <a:buSzPts val="6200"/>
              <a:buChar char="–"/>
              <a:defRPr sz="6200"/>
            </a:lvl4pPr>
            <a:lvl5pPr marL="2286000" lvl="4" indent="-622300" algn="l">
              <a:spcBef>
                <a:spcPts val="1240"/>
              </a:spcBef>
              <a:spcAft>
                <a:spcPts val="0"/>
              </a:spcAft>
              <a:buClr>
                <a:schemeClr val="dk1"/>
              </a:buClr>
              <a:buSzPts val="6200"/>
              <a:buChar char="»"/>
              <a:defRPr sz="6200"/>
            </a:lvl5pPr>
            <a:lvl6pPr marL="2743200" lvl="5" indent="-622300" algn="l">
              <a:spcBef>
                <a:spcPts val="1240"/>
              </a:spcBef>
              <a:spcAft>
                <a:spcPts val="0"/>
              </a:spcAft>
              <a:buClr>
                <a:schemeClr val="dk1"/>
              </a:buClr>
              <a:buSzPts val="6200"/>
              <a:buChar char="•"/>
              <a:defRPr sz="6200"/>
            </a:lvl6pPr>
            <a:lvl7pPr marL="3200400" lvl="6" indent="-622300" algn="l">
              <a:spcBef>
                <a:spcPts val="1240"/>
              </a:spcBef>
              <a:spcAft>
                <a:spcPts val="0"/>
              </a:spcAft>
              <a:buClr>
                <a:schemeClr val="dk1"/>
              </a:buClr>
              <a:buSzPts val="6200"/>
              <a:buChar char="•"/>
              <a:defRPr sz="6200"/>
            </a:lvl7pPr>
            <a:lvl8pPr marL="3657600" lvl="7" indent="-622300" algn="l">
              <a:spcBef>
                <a:spcPts val="1240"/>
              </a:spcBef>
              <a:spcAft>
                <a:spcPts val="0"/>
              </a:spcAft>
              <a:buClr>
                <a:schemeClr val="dk1"/>
              </a:buClr>
              <a:buSzPts val="6200"/>
              <a:buChar char="•"/>
              <a:defRPr sz="6200"/>
            </a:lvl8pPr>
            <a:lvl9pPr marL="4114800" lvl="8" indent="-622300" algn="l">
              <a:spcBef>
                <a:spcPts val="1240"/>
              </a:spcBef>
              <a:spcAft>
                <a:spcPts val="0"/>
              </a:spcAft>
              <a:buClr>
                <a:schemeClr val="dk1"/>
              </a:buClr>
              <a:buSzPts val="6200"/>
              <a:buChar char="•"/>
              <a:defRPr sz="6200"/>
            </a:lvl9pPr>
          </a:lstStyle>
          <a:p>
            <a:endParaRPr/>
          </a:p>
        </p:txBody>
      </p:sp>
      <p:sp>
        <p:nvSpPr>
          <p:cNvPr id="37" name="Google Shape;37;p7"/>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1645920" y="878842"/>
            <a:ext cx="29626560" cy="3657600"/>
          </a:xfrm>
          <a:prstGeom prst="rect">
            <a:avLst/>
          </a:prstGeom>
          <a:noFill/>
          <a:ln>
            <a:noFill/>
          </a:ln>
        </p:spPr>
        <p:txBody>
          <a:bodyPr spcFirstLastPara="1" wrap="square" lIns="313500" tIns="156750" rIns="313500" bIns="156750" anchor="ctr" anchorCtr="0">
            <a:normAutofit/>
          </a:bodyPr>
          <a:lstStyle>
            <a:lvl1pPr lvl="0" algn="ctr">
              <a:spcBef>
                <a:spcPts val="0"/>
              </a:spcBef>
              <a:spcAft>
                <a:spcPts val="0"/>
              </a:spcAft>
              <a:buClr>
                <a:schemeClr val="dk1"/>
              </a:buClr>
              <a:buSzPts val="151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1645920" y="4912362"/>
            <a:ext cx="14544677" cy="2047238"/>
          </a:xfrm>
          <a:prstGeom prst="rect">
            <a:avLst/>
          </a:prstGeom>
          <a:noFill/>
          <a:ln>
            <a:noFill/>
          </a:ln>
        </p:spPr>
        <p:txBody>
          <a:bodyPr spcFirstLastPara="1" wrap="square" lIns="313500" tIns="156750" rIns="313500" bIns="156750" anchor="b" anchorCtr="0">
            <a:normAutofit/>
          </a:bodyPr>
          <a:lstStyle>
            <a:lvl1pPr marL="457200" lvl="0" indent="-228600" algn="l">
              <a:spcBef>
                <a:spcPts val="1640"/>
              </a:spcBef>
              <a:spcAft>
                <a:spcPts val="0"/>
              </a:spcAft>
              <a:buClr>
                <a:schemeClr val="dk1"/>
              </a:buClr>
              <a:buSzPts val="8200"/>
              <a:buNone/>
              <a:defRPr sz="8200" b="1"/>
            </a:lvl1pPr>
            <a:lvl2pPr marL="914400" lvl="1" indent="-228600" algn="l">
              <a:spcBef>
                <a:spcPts val="1380"/>
              </a:spcBef>
              <a:spcAft>
                <a:spcPts val="0"/>
              </a:spcAft>
              <a:buClr>
                <a:schemeClr val="dk1"/>
              </a:buClr>
              <a:buSzPts val="6900"/>
              <a:buNone/>
              <a:defRPr sz="6900" b="1"/>
            </a:lvl2pPr>
            <a:lvl3pPr marL="1371600" lvl="2" indent="-228600" algn="l">
              <a:spcBef>
                <a:spcPts val="1240"/>
              </a:spcBef>
              <a:spcAft>
                <a:spcPts val="0"/>
              </a:spcAft>
              <a:buClr>
                <a:schemeClr val="dk1"/>
              </a:buClr>
              <a:buSzPts val="6200"/>
              <a:buNone/>
              <a:defRPr sz="6200" b="1"/>
            </a:lvl3pPr>
            <a:lvl4pPr marL="1828800" lvl="3" indent="-228600" algn="l">
              <a:spcBef>
                <a:spcPts val="1100"/>
              </a:spcBef>
              <a:spcAft>
                <a:spcPts val="0"/>
              </a:spcAft>
              <a:buClr>
                <a:schemeClr val="dk1"/>
              </a:buClr>
              <a:buSzPts val="5500"/>
              <a:buNone/>
              <a:defRPr sz="5500" b="1"/>
            </a:lvl4pPr>
            <a:lvl5pPr marL="2286000" lvl="4" indent="-228600" algn="l">
              <a:spcBef>
                <a:spcPts val="1100"/>
              </a:spcBef>
              <a:spcAft>
                <a:spcPts val="0"/>
              </a:spcAft>
              <a:buClr>
                <a:schemeClr val="dk1"/>
              </a:buClr>
              <a:buSzPts val="5500"/>
              <a:buNone/>
              <a:defRPr sz="5500" b="1"/>
            </a:lvl5pPr>
            <a:lvl6pPr marL="2743200" lvl="5" indent="-228600" algn="l">
              <a:spcBef>
                <a:spcPts val="1100"/>
              </a:spcBef>
              <a:spcAft>
                <a:spcPts val="0"/>
              </a:spcAft>
              <a:buClr>
                <a:schemeClr val="dk1"/>
              </a:buClr>
              <a:buSzPts val="5500"/>
              <a:buNone/>
              <a:defRPr sz="5500" b="1"/>
            </a:lvl6pPr>
            <a:lvl7pPr marL="3200400" lvl="6" indent="-228600" algn="l">
              <a:spcBef>
                <a:spcPts val="1100"/>
              </a:spcBef>
              <a:spcAft>
                <a:spcPts val="0"/>
              </a:spcAft>
              <a:buClr>
                <a:schemeClr val="dk1"/>
              </a:buClr>
              <a:buSzPts val="5500"/>
              <a:buNone/>
              <a:defRPr sz="5500" b="1"/>
            </a:lvl7pPr>
            <a:lvl8pPr marL="3657600" lvl="7" indent="-228600" algn="l">
              <a:spcBef>
                <a:spcPts val="1100"/>
              </a:spcBef>
              <a:spcAft>
                <a:spcPts val="0"/>
              </a:spcAft>
              <a:buClr>
                <a:schemeClr val="dk1"/>
              </a:buClr>
              <a:buSzPts val="5500"/>
              <a:buNone/>
              <a:defRPr sz="5500" b="1"/>
            </a:lvl8pPr>
            <a:lvl9pPr marL="4114800" lvl="8" indent="-228600" algn="l">
              <a:spcBef>
                <a:spcPts val="1100"/>
              </a:spcBef>
              <a:spcAft>
                <a:spcPts val="0"/>
              </a:spcAft>
              <a:buClr>
                <a:schemeClr val="dk1"/>
              </a:buClr>
              <a:buSzPts val="5500"/>
              <a:buNone/>
              <a:defRPr sz="5500" b="1"/>
            </a:lvl9pPr>
          </a:lstStyle>
          <a:p>
            <a:endParaRPr/>
          </a:p>
        </p:txBody>
      </p:sp>
      <p:sp>
        <p:nvSpPr>
          <p:cNvPr id="43" name="Google Shape;43;p8"/>
          <p:cNvSpPr txBox="1">
            <a:spLocks noGrp="1"/>
          </p:cNvSpPr>
          <p:nvPr>
            <p:ph type="body" idx="2"/>
          </p:nvPr>
        </p:nvSpPr>
        <p:spPr>
          <a:xfrm>
            <a:off x="1645920" y="6959600"/>
            <a:ext cx="14544677" cy="12644122"/>
          </a:xfrm>
          <a:prstGeom prst="rect">
            <a:avLst/>
          </a:prstGeom>
          <a:noFill/>
          <a:ln>
            <a:noFill/>
          </a:ln>
        </p:spPr>
        <p:txBody>
          <a:bodyPr spcFirstLastPara="1" wrap="square" lIns="313500" tIns="156750" rIns="313500" bIns="156750" anchor="t" anchorCtr="0">
            <a:normAutofit/>
          </a:bodyPr>
          <a:lstStyle>
            <a:lvl1pPr marL="457200" lvl="0" indent="-749300" algn="l">
              <a:spcBef>
                <a:spcPts val="1640"/>
              </a:spcBef>
              <a:spcAft>
                <a:spcPts val="0"/>
              </a:spcAft>
              <a:buClr>
                <a:schemeClr val="dk1"/>
              </a:buClr>
              <a:buSzPts val="8200"/>
              <a:buChar char="•"/>
              <a:defRPr sz="8200"/>
            </a:lvl1pPr>
            <a:lvl2pPr marL="914400" lvl="1" indent="-666750" algn="l">
              <a:spcBef>
                <a:spcPts val="1380"/>
              </a:spcBef>
              <a:spcAft>
                <a:spcPts val="0"/>
              </a:spcAft>
              <a:buClr>
                <a:schemeClr val="dk1"/>
              </a:buClr>
              <a:buSzPts val="6900"/>
              <a:buChar char="–"/>
              <a:defRPr sz="6900"/>
            </a:lvl2pPr>
            <a:lvl3pPr marL="1371600" lvl="2" indent="-622300" algn="l">
              <a:spcBef>
                <a:spcPts val="1240"/>
              </a:spcBef>
              <a:spcAft>
                <a:spcPts val="0"/>
              </a:spcAft>
              <a:buClr>
                <a:schemeClr val="dk1"/>
              </a:buClr>
              <a:buSzPts val="6200"/>
              <a:buChar char="•"/>
              <a:defRPr sz="6200"/>
            </a:lvl3pPr>
            <a:lvl4pPr marL="1828800" lvl="3" indent="-577850" algn="l">
              <a:spcBef>
                <a:spcPts val="1100"/>
              </a:spcBef>
              <a:spcAft>
                <a:spcPts val="0"/>
              </a:spcAft>
              <a:buClr>
                <a:schemeClr val="dk1"/>
              </a:buClr>
              <a:buSzPts val="5500"/>
              <a:buChar char="–"/>
              <a:defRPr sz="5500"/>
            </a:lvl4pPr>
            <a:lvl5pPr marL="2286000" lvl="4" indent="-577850" algn="l">
              <a:spcBef>
                <a:spcPts val="1100"/>
              </a:spcBef>
              <a:spcAft>
                <a:spcPts val="0"/>
              </a:spcAft>
              <a:buClr>
                <a:schemeClr val="dk1"/>
              </a:buClr>
              <a:buSzPts val="5500"/>
              <a:buChar char="»"/>
              <a:defRPr sz="5500"/>
            </a:lvl5pPr>
            <a:lvl6pPr marL="2743200" lvl="5" indent="-577850" algn="l">
              <a:spcBef>
                <a:spcPts val="1100"/>
              </a:spcBef>
              <a:spcAft>
                <a:spcPts val="0"/>
              </a:spcAft>
              <a:buClr>
                <a:schemeClr val="dk1"/>
              </a:buClr>
              <a:buSzPts val="5500"/>
              <a:buChar char="•"/>
              <a:defRPr sz="5500"/>
            </a:lvl6pPr>
            <a:lvl7pPr marL="3200400" lvl="6" indent="-577850" algn="l">
              <a:spcBef>
                <a:spcPts val="1100"/>
              </a:spcBef>
              <a:spcAft>
                <a:spcPts val="0"/>
              </a:spcAft>
              <a:buClr>
                <a:schemeClr val="dk1"/>
              </a:buClr>
              <a:buSzPts val="5500"/>
              <a:buChar char="•"/>
              <a:defRPr sz="5500"/>
            </a:lvl7pPr>
            <a:lvl8pPr marL="3657600" lvl="7" indent="-577850" algn="l">
              <a:spcBef>
                <a:spcPts val="1100"/>
              </a:spcBef>
              <a:spcAft>
                <a:spcPts val="0"/>
              </a:spcAft>
              <a:buClr>
                <a:schemeClr val="dk1"/>
              </a:buClr>
              <a:buSzPts val="5500"/>
              <a:buChar char="•"/>
              <a:defRPr sz="5500"/>
            </a:lvl8pPr>
            <a:lvl9pPr marL="4114800" lvl="8" indent="-577850" algn="l">
              <a:spcBef>
                <a:spcPts val="1100"/>
              </a:spcBef>
              <a:spcAft>
                <a:spcPts val="0"/>
              </a:spcAft>
              <a:buClr>
                <a:schemeClr val="dk1"/>
              </a:buClr>
              <a:buSzPts val="5500"/>
              <a:buChar char="•"/>
              <a:defRPr sz="5500"/>
            </a:lvl9pPr>
          </a:lstStyle>
          <a:p>
            <a:endParaRPr/>
          </a:p>
        </p:txBody>
      </p:sp>
      <p:sp>
        <p:nvSpPr>
          <p:cNvPr id="44" name="Google Shape;44;p8"/>
          <p:cNvSpPr txBox="1">
            <a:spLocks noGrp="1"/>
          </p:cNvSpPr>
          <p:nvPr>
            <p:ph type="body" idx="3"/>
          </p:nvPr>
        </p:nvSpPr>
        <p:spPr>
          <a:xfrm>
            <a:off x="16722092" y="4912362"/>
            <a:ext cx="14550390" cy="2047238"/>
          </a:xfrm>
          <a:prstGeom prst="rect">
            <a:avLst/>
          </a:prstGeom>
          <a:noFill/>
          <a:ln>
            <a:noFill/>
          </a:ln>
        </p:spPr>
        <p:txBody>
          <a:bodyPr spcFirstLastPara="1" wrap="square" lIns="313500" tIns="156750" rIns="313500" bIns="156750" anchor="b" anchorCtr="0">
            <a:normAutofit/>
          </a:bodyPr>
          <a:lstStyle>
            <a:lvl1pPr marL="457200" lvl="0" indent="-228600" algn="l">
              <a:spcBef>
                <a:spcPts val="1640"/>
              </a:spcBef>
              <a:spcAft>
                <a:spcPts val="0"/>
              </a:spcAft>
              <a:buClr>
                <a:schemeClr val="dk1"/>
              </a:buClr>
              <a:buSzPts val="8200"/>
              <a:buNone/>
              <a:defRPr sz="8200" b="1"/>
            </a:lvl1pPr>
            <a:lvl2pPr marL="914400" lvl="1" indent="-228600" algn="l">
              <a:spcBef>
                <a:spcPts val="1380"/>
              </a:spcBef>
              <a:spcAft>
                <a:spcPts val="0"/>
              </a:spcAft>
              <a:buClr>
                <a:schemeClr val="dk1"/>
              </a:buClr>
              <a:buSzPts val="6900"/>
              <a:buNone/>
              <a:defRPr sz="6900" b="1"/>
            </a:lvl2pPr>
            <a:lvl3pPr marL="1371600" lvl="2" indent="-228600" algn="l">
              <a:spcBef>
                <a:spcPts val="1240"/>
              </a:spcBef>
              <a:spcAft>
                <a:spcPts val="0"/>
              </a:spcAft>
              <a:buClr>
                <a:schemeClr val="dk1"/>
              </a:buClr>
              <a:buSzPts val="6200"/>
              <a:buNone/>
              <a:defRPr sz="6200" b="1"/>
            </a:lvl3pPr>
            <a:lvl4pPr marL="1828800" lvl="3" indent="-228600" algn="l">
              <a:spcBef>
                <a:spcPts val="1100"/>
              </a:spcBef>
              <a:spcAft>
                <a:spcPts val="0"/>
              </a:spcAft>
              <a:buClr>
                <a:schemeClr val="dk1"/>
              </a:buClr>
              <a:buSzPts val="5500"/>
              <a:buNone/>
              <a:defRPr sz="5500" b="1"/>
            </a:lvl4pPr>
            <a:lvl5pPr marL="2286000" lvl="4" indent="-228600" algn="l">
              <a:spcBef>
                <a:spcPts val="1100"/>
              </a:spcBef>
              <a:spcAft>
                <a:spcPts val="0"/>
              </a:spcAft>
              <a:buClr>
                <a:schemeClr val="dk1"/>
              </a:buClr>
              <a:buSzPts val="5500"/>
              <a:buNone/>
              <a:defRPr sz="5500" b="1"/>
            </a:lvl5pPr>
            <a:lvl6pPr marL="2743200" lvl="5" indent="-228600" algn="l">
              <a:spcBef>
                <a:spcPts val="1100"/>
              </a:spcBef>
              <a:spcAft>
                <a:spcPts val="0"/>
              </a:spcAft>
              <a:buClr>
                <a:schemeClr val="dk1"/>
              </a:buClr>
              <a:buSzPts val="5500"/>
              <a:buNone/>
              <a:defRPr sz="5500" b="1"/>
            </a:lvl6pPr>
            <a:lvl7pPr marL="3200400" lvl="6" indent="-228600" algn="l">
              <a:spcBef>
                <a:spcPts val="1100"/>
              </a:spcBef>
              <a:spcAft>
                <a:spcPts val="0"/>
              </a:spcAft>
              <a:buClr>
                <a:schemeClr val="dk1"/>
              </a:buClr>
              <a:buSzPts val="5500"/>
              <a:buNone/>
              <a:defRPr sz="5500" b="1"/>
            </a:lvl7pPr>
            <a:lvl8pPr marL="3657600" lvl="7" indent="-228600" algn="l">
              <a:spcBef>
                <a:spcPts val="1100"/>
              </a:spcBef>
              <a:spcAft>
                <a:spcPts val="0"/>
              </a:spcAft>
              <a:buClr>
                <a:schemeClr val="dk1"/>
              </a:buClr>
              <a:buSzPts val="5500"/>
              <a:buNone/>
              <a:defRPr sz="5500" b="1"/>
            </a:lvl8pPr>
            <a:lvl9pPr marL="4114800" lvl="8" indent="-228600" algn="l">
              <a:spcBef>
                <a:spcPts val="1100"/>
              </a:spcBef>
              <a:spcAft>
                <a:spcPts val="0"/>
              </a:spcAft>
              <a:buClr>
                <a:schemeClr val="dk1"/>
              </a:buClr>
              <a:buSzPts val="5500"/>
              <a:buNone/>
              <a:defRPr sz="5500" b="1"/>
            </a:lvl9pPr>
          </a:lstStyle>
          <a:p>
            <a:endParaRPr/>
          </a:p>
        </p:txBody>
      </p:sp>
      <p:sp>
        <p:nvSpPr>
          <p:cNvPr id="45" name="Google Shape;45;p8"/>
          <p:cNvSpPr txBox="1">
            <a:spLocks noGrp="1"/>
          </p:cNvSpPr>
          <p:nvPr>
            <p:ph type="body" idx="4"/>
          </p:nvPr>
        </p:nvSpPr>
        <p:spPr>
          <a:xfrm>
            <a:off x="16722092" y="6959600"/>
            <a:ext cx="14550390" cy="12644122"/>
          </a:xfrm>
          <a:prstGeom prst="rect">
            <a:avLst/>
          </a:prstGeom>
          <a:noFill/>
          <a:ln>
            <a:noFill/>
          </a:ln>
        </p:spPr>
        <p:txBody>
          <a:bodyPr spcFirstLastPara="1" wrap="square" lIns="313500" tIns="156750" rIns="313500" bIns="156750" anchor="t" anchorCtr="0">
            <a:normAutofit/>
          </a:bodyPr>
          <a:lstStyle>
            <a:lvl1pPr marL="457200" lvl="0" indent="-749300" algn="l">
              <a:spcBef>
                <a:spcPts val="1640"/>
              </a:spcBef>
              <a:spcAft>
                <a:spcPts val="0"/>
              </a:spcAft>
              <a:buClr>
                <a:schemeClr val="dk1"/>
              </a:buClr>
              <a:buSzPts val="8200"/>
              <a:buChar char="•"/>
              <a:defRPr sz="8200"/>
            </a:lvl1pPr>
            <a:lvl2pPr marL="914400" lvl="1" indent="-666750" algn="l">
              <a:spcBef>
                <a:spcPts val="1380"/>
              </a:spcBef>
              <a:spcAft>
                <a:spcPts val="0"/>
              </a:spcAft>
              <a:buClr>
                <a:schemeClr val="dk1"/>
              </a:buClr>
              <a:buSzPts val="6900"/>
              <a:buChar char="–"/>
              <a:defRPr sz="6900"/>
            </a:lvl2pPr>
            <a:lvl3pPr marL="1371600" lvl="2" indent="-622300" algn="l">
              <a:spcBef>
                <a:spcPts val="1240"/>
              </a:spcBef>
              <a:spcAft>
                <a:spcPts val="0"/>
              </a:spcAft>
              <a:buClr>
                <a:schemeClr val="dk1"/>
              </a:buClr>
              <a:buSzPts val="6200"/>
              <a:buChar char="•"/>
              <a:defRPr sz="6200"/>
            </a:lvl3pPr>
            <a:lvl4pPr marL="1828800" lvl="3" indent="-577850" algn="l">
              <a:spcBef>
                <a:spcPts val="1100"/>
              </a:spcBef>
              <a:spcAft>
                <a:spcPts val="0"/>
              </a:spcAft>
              <a:buClr>
                <a:schemeClr val="dk1"/>
              </a:buClr>
              <a:buSzPts val="5500"/>
              <a:buChar char="–"/>
              <a:defRPr sz="5500"/>
            </a:lvl4pPr>
            <a:lvl5pPr marL="2286000" lvl="4" indent="-577850" algn="l">
              <a:spcBef>
                <a:spcPts val="1100"/>
              </a:spcBef>
              <a:spcAft>
                <a:spcPts val="0"/>
              </a:spcAft>
              <a:buClr>
                <a:schemeClr val="dk1"/>
              </a:buClr>
              <a:buSzPts val="5500"/>
              <a:buChar char="»"/>
              <a:defRPr sz="5500"/>
            </a:lvl5pPr>
            <a:lvl6pPr marL="2743200" lvl="5" indent="-577850" algn="l">
              <a:spcBef>
                <a:spcPts val="1100"/>
              </a:spcBef>
              <a:spcAft>
                <a:spcPts val="0"/>
              </a:spcAft>
              <a:buClr>
                <a:schemeClr val="dk1"/>
              </a:buClr>
              <a:buSzPts val="5500"/>
              <a:buChar char="•"/>
              <a:defRPr sz="5500"/>
            </a:lvl6pPr>
            <a:lvl7pPr marL="3200400" lvl="6" indent="-577850" algn="l">
              <a:spcBef>
                <a:spcPts val="1100"/>
              </a:spcBef>
              <a:spcAft>
                <a:spcPts val="0"/>
              </a:spcAft>
              <a:buClr>
                <a:schemeClr val="dk1"/>
              </a:buClr>
              <a:buSzPts val="5500"/>
              <a:buChar char="•"/>
              <a:defRPr sz="5500"/>
            </a:lvl7pPr>
            <a:lvl8pPr marL="3657600" lvl="7" indent="-577850" algn="l">
              <a:spcBef>
                <a:spcPts val="1100"/>
              </a:spcBef>
              <a:spcAft>
                <a:spcPts val="0"/>
              </a:spcAft>
              <a:buClr>
                <a:schemeClr val="dk1"/>
              </a:buClr>
              <a:buSzPts val="5500"/>
              <a:buChar char="•"/>
              <a:defRPr sz="5500"/>
            </a:lvl8pPr>
            <a:lvl9pPr marL="4114800" lvl="8" indent="-577850" algn="l">
              <a:spcBef>
                <a:spcPts val="1100"/>
              </a:spcBef>
              <a:spcAft>
                <a:spcPts val="0"/>
              </a:spcAft>
              <a:buClr>
                <a:schemeClr val="dk1"/>
              </a:buClr>
              <a:buSzPts val="5500"/>
              <a:buChar char="•"/>
              <a:defRPr sz="5500"/>
            </a:lvl9pPr>
          </a:lstStyle>
          <a:p>
            <a:endParaRPr/>
          </a:p>
        </p:txBody>
      </p:sp>
      <p:sp>
        <p:nvSpPr>
          <p:cNvPr id="46" name="Google Shape;46;p8"/>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1645920" y="878842"/>
            <a:ext cx="29626560" cy="3657600"/>
          </a:xfrm>
          <a:prstGeom prst="rect">
            <a:avLst/>
          </a:prstGeom>
          <a:noFill/>
          <a:ln>
            <a:noFill/>
          </a:ln>
        </p:spPr>
        <p:txBody>
          <a:bodyPr spcFirstLastPara="1" wrap="square" lIns="313500" tIns="156750" rIns="313500" bIns="1567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1645922" y="873760"/>
            <a:ext cx="10829927" cy="3718560"/>
          </a:xfrm>
          <a:prstGeom prst="rect">
            <a:avLst/>
          </a:prstGeom>
          <a:noFill/>
          <a:ln>
            <a:noFill/>
          </a:ln>
        </p:spPr>
        <p:txBody>
          <a:bodyPr spcFirstLastPara="1" wrap="square" lIns="313500" tIns="156750" rIns="313500" bIns="156750" anchor="b" anchorCtr="0">
            <a:normAutofit/>
          </a:bodyPr>
          <a:lstStyle>
            <a:lvl1pPr lvl="0" algn="l">
              <a:spcBef>
                <a:spcPts val="0"/>
              </a:spcBef>
              <a:spcAft>
                <a:spcPts val="0"/>
              </a:spcAft>
              <a:buClr>
                <a:schemeClr val="dk1"/>
              </a:buClr>
              <a:buSzPts val="6900"/>
              <a:buFont typeface="Calibri"/>
              <a:buNone/>
              <a:defRPr sz="69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2870180" y="873761"/>
            <a:ext cx="18402300" cy="18729962"/>
          </a:xfrm>
          <a:prstGeom prst="rect">
            <a:avLst/>
          </a:prstGeom>
          <a:noFill/>
          <a:ln>
            <a:noFill/>
          </a:ln>
        </p:spPr>
        <p:txBody>
          <a:bodyPr spcFirstLastPara="1" wrap="square" lIns="313500" tIns="156750" rIns="313500" bIns="156750" anchor="t" anchorCtr="0">
            <a:normAutofit/>
          </a:bodyPr>
          <a:lstStyle>
            <a:lvl1pPr marL="457200" lvl="0" indent="-927100" algn="l">
              <a:spcBef>
                <a:spcPts val="2200"/>
              </a:spcBef>
              <a:spcAft>
                <a:spcPts val="0"/>
              </a:spcAft>
              <a:buClr>
                <a:schemeClr val="dk1"/>
              </a:buClr>
              <a:buSzPts val="11000"/>
              <a:buChar char="•"/>
              <a:defRPr sz="11000"/>
            </a:lvl1pPr>
            <a:lvl2pPr marL="914400" lvl="1" indent="-838200" algn="l">
              <a:spcBef>
                <a:spcPts val="1920"/>
              </a:spcBef>
              <a:spcAft>
                <a:spcPts val="0"/>
              </a:spcAft>
              <a:buClr>
                <a:schemeClr val="dk1"/>
              </a:buClr>
              <a:buSzPts val="9600"/>
              <a:buChar char="–"/>
              <a:defRPr sz="9600"/>
            </a:lvl2pPr>
            <a:lvl3pPr marL="1371600" lvl="2" indent="-749300" algn="l">
              <a:spcBef>
                <a:spcPts val="1640"/>
              </a:spcBef>
              <a:spcAft>
                <a:spcPts val="0"/>
              </a:spcAft>
              <a:buClr>
                <a:schemeClr val="dk1"/>
              </a:buClr>
              <a:buSzPts val="8200"/>
              <a:buChar char="•"/>
              <a:defRPr sz="8200"/>
            </a:lvl3pPr>
            <a:lvl4pPr marL="1828800" lvl="3" indent="-666750" algn="l">
              <a:spcBef>
                <a:spcPts val="1380"/>
              </a:spcBef>
              <a:spcAft>
                <a:spcPts val="0"/>
              </a:spcAft>
              <a:buClr>
                <a:schemeClr val="dk1"/>
              </a:buClr>
              <a:buSzPts val="6900"/>
              <a:buChar char="–"/>
              <a:defRPr sz="6900"/>
            </a:lvl4pPr>
            <a:lvl5pPr marL="2286000" lvl="4" indent="-666750" algn="l">
              <a:spcBef>
                <a:spcPts val="1380"/>
              </a:spcBef>
              <a:spcAft>
                <a:spcPts val="0"/>
              </a:spcAft>
              <a:buClr>
                <a:schemeClr val="dk1"/>
              </a:buClr>
              <a:buSzPts val="6900"/>
              <a:buChar char="»"/>
              <a:defRPr sz="6900"/>
            </a:lvl5pPr>
            <a:lvl6pPr marL="2743200" lvl="5" indent="-666750" algn="l">
              <a:spcBef>
                <a:spcPts val="1380"/>
              </a:spcBef>
              <a:spcAft>
                <a:spcPts val="0"/>
              </a:spcAft>
              <a:buClr>
                <a:schemeClr val="dk1"/>
              </a:buClr>
              <a:buSzPts val="6900"/>
              <a:buChar char="•"/>
              <a:defRPr sz="6900"/>
            </a:lvl6pPr>
            <a:lvl7pPr marL="3200400" lvl="6" indent="-666750" algn="l">
              <a:spcBef>
                <a:spcPts val="1380"/>
              </a:spcBef>
              <a:spcAft>
                <a:spcPts val="0"/>
              </a:spcAft>
              <a:buClr>
                <a:schemeClr val="dk1"/>
              </a:buClr>
              <a:buSzPts val="6900"/>
              <a:buChar char="•"/>
              <a:defRPr sz="6900"/>
            </a:lvl7pPr>
            <a:lvl8pPr marL="3657600" lvl="7" indent="-666750" algn="l">
              <a:spcBef>
                <a:spcPts val="1380"/>
              </a:spcBef>
              <a:spcAft>
                <a:spcPts val="0"/>
              </a:spcAft>
              <a:buClr>
                <a:schemeClr val="dk1"/>
              </a:buClr>
              <a:buSzPts val="6900"/>
              <a:buChar char="•"/>
              <a:defRPr sz="6900"/>
            </a:lvl8pPr>
            <a:lvl9pPr marL="4114800" lvl="8" indent="-666750" algn="l">
              <a:spcBef>
                <a:spcPts val="1380"/>
              </a:spcBef>
              <a:spcAft>
                <a:spcPts val="0"/>
              </a:spcAft>
              <a:buClr>
                <a:schemeClr val="dk1"/>
              </a:buClr>
              <a:buSzPts val="6900"/>
              <a:buChar char="•"/>
              <a:defRPr sz="6900"/>
            </a:lvl9pPr>
          </a:lstStyle>
          <a:p>
            <a:endParaRPr/>
          </a:p>
        </p:txBody>
      </p:sp>
      <p:sp>
        <p:nvSpPr>
          <p:cNvPr id="57" name="Google Shape;57;p10"/>
          <p:cNvSpPr txBox="1">
            <a:spLocks noGrp="1"/>
          </p:cNvSpPr>
          <p:nvPr>
            <p:ph type="body" idx="2"/>
          </p:nvPr>
        </p:nvSpPr>
        <p:spPr>
          <a:xfrm>
            <a:off x="1645922" y="4592321"/>
            <a:ext cx="10829927" cy="15011402"/>
          </a:xfrm>
          <a:prstGeom prst="rect">
            <a:avLst/>
          </a:prstGeom>
          <a:noFill/>
          <a:ln>
            <a:noFill/>
          </a:ln>
        </p:spPr>
        <p:txBody>
          <a:bodyPr spcFirstLastPara="1" wrap="square" lIns="313500" tIns="156750" rIns="313500" bIns="156750" anchor="t" anchorCtr="0">
            <a:normAutofit/>
          </a:bodyPr>
          <a:lstStyle>
            <a:lvl1pPr marL="457200" lvl="0" indent="-228600" algn="l">
              <a:spcBef>
                <a:spcPts val="960"/>
              </a:spcBef>
              <a:spcAft>
                <a:spcPts val="0"/>
              </a:spcAft>
              <a:buClr>
                <a:schemeClr val="dk1"/>
              </a:buClr>
              <a:buSzPts val="4800"/>
              <a:buNone/>
              <a:defRPr sz="4800"/>
            </a:lvl1pPr>
            <a:lvl2pPr marL="914400" lvl="1" indent="-228600" algn="l">
              <a:spcBef>
                <a:spcPts val="820"/>
              </a:spcBef>
              <a:spcAft>
                <a:spcPts val="0"/>
              </a:spcAft>
              <a:buClr>
                <a:schemeClr val="dk1"/>
              </a:buClr>
              <a:buSzPts val="4100"/>
              <a:buNone/>
              <a:defRPr sz="4100"/>
            </a:lvl2pPr>
            <a:lvl3pPr marL="1371600" lvl="2" indent="-228600" algn="l">
              <a:spcBef>
                <a:spcPts val="680"/>
              </a:spcBef>
              <a:spcAft>
                <a:spcPts val="0"/>
              </a:spcAft>
              <a:buClr>
                <a:schemeClr val="dk1"/>
              </a:buClr>
              <a:buSzPts val="3400"/>
              <a:buNone/>
              <a:defRPr sz="3400"/>
            </a:lvl3pPr>
            <a:lvl4pPr marL="1828800" lvl="3" indent="-228600" algn="l">
              <a:spcBef>
                <a:spcPts val="620"/>
              </a:spcBef>
              <a:spcAft>
                <a:spcPts val="0"/>
              </a:spcAft>
              <a:buClr>
                <a:schemeClr val="dk1"/>
              </a:buClr>
              <a:buSzPts val="3100"/>
              <a:buNone/>
              <a:defRPr sz="3100"/>
            </a:lvl4pPr>
            <a:lvl5pPr marL="2286000" lvl="4" indent="-228600" algn="l">
              <a:spcBef>
                <a:spcPts val="620"/>
              </a:spcBef>
              <a:spcAft>
                <a:spcPts val="0"/>
              </a:spcAft>
              <a:buClr>
                <a:schemeClr val="dk1"/>
              </a:buClr>
              <a:buSzPts val="3100"/>
              <a:buNone/>
              <a:defRPr sz="3100"/>
            </a:lvl5pPr>
            <a:lvl6pPr marL="2743200" lvl="5" indent="-228600" algn="l">
              <a:spcBef>
                <a:spcPts val="620"/>
              </a:spcBef>
              <a:spcAft>
                <a:spcPts val="0"/>
              </a:spcAft>
              <a:buClr>
                <a:schemeClr val="dk1"/>
              </a:buClr>
              <a:buSzPts val="3100"/>
              <a:buNone/>
              <a:defRPr sz="3100"/>
            </a:lvl6pPr>
            <a:lvl7pPr marL="3200400" lvl="6" indent="-228600" algn="l">
              <a:spcBef>
                <a:spcPts val="620"/>
              </a:spcBef>
              <a:spcAft>
                <a:spcPts val="0"/>
              </a:spcAft>
              <a:buClr>
                <a:schemeClr val="dk1"/>
              </a:buClr>
              <a:buSzPts val="3100"/>
              <a:buNone/>
              <a:defRPr sz="3100"/>
            </a:lvl7pPr>
            <a:lvl8pPr marL="3657600" lvl="7" indent="-228600" algn="l">
              <a:spcBef>
                <a:spcPts val="620"/>
              </a:spcBef>
              <a:spcAft>
                <a:spcPts val="0"/>
              </a:spcAft>
              <a:buClr>
                <a:schemeClr val="dk1"/>
              </a:buClr>
              <a:buSzPts val="3100"/>
              <a:buNone/>
              <a:defRPr sz="3100"/>
            </a:lvl8pPr>
            <a:lvl9pPr marL="4114800" lvl="8" indent="-228600" algn="l">
              <a:spcBef>
                <a:spcPts val="620"/>
              </a:spcBef>
              <a:spcAft>
                <a:spcPts val="0"/>
              </a:spcAft>
              <a:buClr>
                <a:schemeClr val="dk1"/>
              </a:buClr>
              <a:buSzPts val="3100"/>
              <a:buNone/>
              <a:defRPr sz="3100"/>
            </a:lvl9pPr>
          </a:lstStyle>
          <a:p>
            <a:endParaRPr/>
          </a:p>
        </p:txBody>
      </p:sp>
      <p:sp>
        <p:nvSpPr>
          <p:cNvPr id="58" name="Google Shape;58;p10"/>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6452237" y="15361920"/>
            <a:ext cx="19751040" cy="1813562"/>
          </a:xfrm>
          <a:prstGeom prst="rect">
            <a:avLst/>
          </a:prstGeom>
          <a:noFill/>
          <a:ln>
            <a:noFill/>
          </a:ln>
        </p:spPr>
        <p:txBody>
          <a:bodyPr spcFirstLastPara="1" wrap="square" lIns="313500" tIns="156750" rIns="313500" bIns="156750" anchor="b" anchorCtr="0">
            <a:normAutofit/>
          </a:bodyPr>
          <a:lstStyle>
            <a:lvl1pPr lvl="0" algn="l">
              <a:spcBef>
                <a:spcPts val="0"/>
              </a:spcBef>
              <a:spcAft>
                <a:spcPts val="0"/>
              </a:spcAft>
              <a:buClr>
                <a:schemeClr val="dk1"/>
              </a:buClr>
              <a:buSzPts val="6900"/>
              <a:buFont typeface="Calibri"/>
              <a:buNone/>
              <a:defRPr sz="69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6452237" y="1960880"/>
            <a:ext cx="19751040" cy="13167360"/>
          </a:xfrm>
          <a:prstGeom prst="rect">
            <a:avLst/>
          </a:prstGeom>
          <a:noFill/>
          <a:ln>
            <a:noFill/>
          </a:ln>
        </p:spPr>
        <p:txBody>
          <a:bodyPr/>
          <a:lstStyle/>
          <a:p>
            <a:endParaRPr lang="en-US"/>
          </a:p>
        </p:txBody>
      </p:sp>
      <p:sp>
        <p:nvSpPr>
          <p:cNvPr id="64" name="Google Shape;64;p11"/>
          <p:cNvSpPr txBox="1">
            <a:spLocks noGrp="1"/>
          </p:cNvSpPr>
          <p:nvPr>
            <p:ph type="body" idx="1"/>
          </p:nvPr>
        </p:nvSpPr>
        <p:spPr>
          <a:xfrm>
            <a:off x="6452237" y="17175482"/>
            <a:ext cx="19751040" cy="2575558"/>
          </a:xfrm>
          <a:prstGeom prst="rect">
            <a:avLst/>
          </a:prstGeom>
          <a:noFill/>
          <a:ln>
            <a:noFill/>
          </a:ln>
        </p:spPr>
        <p:txBody>
          <a:bodyPr spcFirstLastPara="1" wrap="square" lIns="313500" tIns="156750" rIns="313500" bIns="156750" anchor="t" anchorCtr="0">
            <a:normAutofit/>
          </a:bodyPr>
          <a:lstStyle>
            <a:lvl1pPr marL="457200" lvl="0" indent="-228600" algn="l">
              <a:spcBef>
                <a:spcPts val="960"/>
              </a:spcBef>
              <a:spcAft>
                <a:spcPts val="0"/>
              </a:spcAft>
              <a:buClr>
                <a:schemeClr val="dk1"/>
              </a:buClr>
              <a:buSzPts val="4800"/>
              <a:buNone/>
              <a:defRPr sz="4800"/>
            </a:lvl1pPr>
            <a:lvl2pPr marL="914400" lvl="1" indent="-228600" algn="l">
              <a:spcBef>
                <a:spcPts val="820"/>
              </a:spcBef>
              <a:spcAft>
                <a:spcPts val="0"/>
              </a:spcAft>
              <a:buClr>
                <a:schemeClr val="dk1"/>
              </a:buClr>
              <a:buSzPts val="4100"/>
              <a:buNone/>
              <a:defRPr sz="4100"/>
            </a:lvl2pPr>
            <a:lvl3pPr marL="1371600" lvl="2" indent="-228600" algn="l">
              <a:spcBef>
                <a:spcPts val="680"/>
              </a:spcBef>
              <a:spcAft>
                <a:spcPts val="0"/>
              </a:spcAft>
              <a:buClr>
                <a:schemeClr val="dk1"/>
              </a:buClr>
              <a:buSzPts val="3400"/>
              <a:buNone/>
              <a:defRPr sz="3400"/>
            </a:lvl3pPr>
            <a:lvl4pPr marL="1828800" lvl="3" indent="-228600" algn="l">
              <a:spcBef>
                <a:spcPts val="620"/>
              </a:spcBef>
              <a:spcAft>
                <a:spcPts val="0"/>
              </a:spcAft>
              <a:buClr>
                <a:schemeClr val="dk1"/>
              </a:buClr>
              <a:buSzPts val="3100"/>
              <a:buNone/>
              <a:defRPr sz="3100"/>
            </a:lvl4pPr>
            <a:lvl5pPr marL="2286000" lvl="4" indent="-228600" algn="l">
              <a:spcBef>
                <a:spcPts val="620"/>
              </a:spcBef>
              <a:spcAft>
                <a:spcPts val="0"/>
              </a:spcAft>
              <a:buClr>
                <a:schemeClr val="dk1"/>
              </a:buClr>
              <a:buSzPts val="3100"/>
              <a:buNone/>
              <a:defRPr sz="3100"/>
            </a:lvl5pPr>
            <a:lvl6pPr marL="2743200" lvl="5" indent="-228600" algn="l">
              <a:spcBef>
                <a:spcPts val="620"/>
              </a:spcBef>
              <a:spcAft>
                <a:spcPts val="0"/>
              </a:spcAft>
              <a:buClr>
                <a:schemeClr val="dk1"/>
              </a:buClr>
              <a:buSzPts val="3100"/>
              <a:buNone/>
              <a:defRPr sz="3100"/>
            </a:lvl6pPr>
            <a:lvl7pPr marL="3200400" lvl="6" indent="-228600" algn="l">
              <a:spcBef>
                <a:spcPts val="620"/>
              </a:spcBef>
              <a:spcAft>
                <a:spcPts val="0"/>
              </a:spcAft>
              <a:buClr>
                <a:schemeClr val="dk1"/>
              </a:buClr>
              <a:buSzPts val="3100"/>
              <a:buNone/>
              <a:defRPr sz="3100"/>
            </a:lvl7pPr>
            <a:lvl8pPr marL="3657600" lvl="7" indent="-228600" algn="l">
              <a:spcBef>
                <a:spcPts val="620"/>
              </a:spcBef>
              <a:spcAft>
                <a:spcPts val="0"/>
              </a:spcAft>
              <a:buClr>
                <a:schemeClr val="dk1"/>
              </a:buClr>
              <a:buSzPts val="3100"/>
              <a:buNone/>
              <a:defRPr sz="3100"/>
            </a:lvl8pPr>
            <a:lvl9pPr marL="4114800" lvl="8" indent="-228600" algn="l">
              <a:spcBef>
                <a:spcPts val="620"/>
              </a:spcBef>
              <a:spcAft>
                <a:spcPts val="0"/>
              </a:spcAft>
              <a:buClr>
                <a:schemeClr val="dk1"/>
              </a:buClr>
              <a:buSzPts val="3100"/>
              <a:buNone/>
              <a:defRPr sz="3100"/>
            </a:lvl9pPr>
          </a:lstStyle>
          <a:p>
            <a:endParaRPr/>
          </a:p>
        </p:txBody>
      </p:sp>
      <p:sp>
        <p:nvSpPr>
          <p:cNvPr id="65" name="Google Shape;65;p11"/>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1645920" y="878842"/>
            <a:ext cx="29626560" cy="3657600"/>
          </a:xfrm>
          <a:prstGeom prst="rect">
            <a:avLst/>
          </a:prstGeom>
          <a:noFill/>
          <a:ln>
            <a:noFill/>
          </a:ln>
        </p:spPr>
        <p:txBody>
          <a:bodyPr spcFirstLastPara="1" wrap="square" lIns="313500" tIns="156750" rIns="313500" bIns="1567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9217659" y="-2451098"/>
            <a:ext cx="14483082" cy="29626560"/>
          </a:xfrm>
          <a:prstGeom prst="rect">
            <a:avLst/>
          </a:prstGeom>
          <a:noFill/>
          <a:ln>
            <a:noFill/>
          </a:ln>
        </p:spPr>
        <p:txBody>
          <a:bodyPr spcFirstLastPara="1" wrap="square" lIns="313500" tIns="156750" rIns="313500" bIns="1567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69290248" y="19443384"/>
            <a:ext cx="59918602" cy="26660477"/>
          </a:xfrm>
          <a:prstGeom prst="rect">
            <a:avLst/>
          </a:prstGeom>
          <a:noFill/>
          <a:ln>
            <a:noFill/>
          </a:ln>
        </p:spPr>
        <p:txBody>
          <a:bodyPr spcFirstLastPara="1" wrap="square" lIns="313500" tIns="156750" rIns="313500" bIns="1567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5689264" y="-6948484"/>
            <a:ext cx="59918602" cy="79444213"/>
          </a:xfrm>
          <a:prstGeom prst="rect">
            <a:avLst/>
          </a:prstGeom>
          <a:noFill/>
          <a:ln>
            <a:noFill/>
          </a:ln>
        </p:spPr>
        <p:txBody>
          <a:bodyPr spcFirstLastPara="1" wrap="square" lIns="313500" tIns="156750" rIns="313500" bIns="1567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645920" y="878842"/>
            <a:ext cx="29626560" cy="3657600"/>
          </a:xfrm>
          <a:prstGeom prst="rect">
            <a:avLst/>
          </a:prstGeom>
          <a:noFill/>
          <a:ln>
            <a:noFill/>
          </a:ln>
        </p:spPr>
        <p:txBody>
          <a:bodyPr spcFirstLastPara="1" wrap="square" lIns="313500" tIns="156750" rIns="313500" bIns="156750" anchor="ctr" anchorCtr="0">
            <a:normAutofit/>
          </a:bodyPr>
          <a:lstStyle>
            <a:lvl1pPr marR="0" lvl="0" algn="ctr" rtl="0">
              <a:spcBef>
                <a:spcPts val="0"/>
              </a:spcBef>
              <a:spcAft>
                <a:spcPts val="0"/>
              </a:spcAft>
              <a:buClr>
                <a:schemeClr val="dk1"/>
              </a:buClr>
              <a:buSzPts val="15100"/>
              <a:buFont typeface="Calibri"/>
              <a:buNone/>
              <a:defRPr sz="151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1645920" y="5120641"/>
            <a:ext cx="29626560" cy="14483082"/>
          </a:xfrm>
          <a:prstGeom prst="rect">
            <a:avLst/>
          </a:prstGeom>
          <a:noFill/>
          <a:ln>
            <a:noFill/>
          </a:ln>
        </p:spPr>
        <p:txBody>
          <a:bodyPr spcFirstLastPara="1" wrap="square" lIns="313500" tIns="156750" rIns="313500" bIns="156750" anchor="t" anchorCtr="0">
            <a:normAutofit/>
          </a:bodyPr>
          <a:lstStyle>
            <a:lvl1pPr marL="457200" marR="0" lvl="0" indent="-927100" algn="l" rtl="0">
              <a:spcBef>
                <a:spcPts val="2200"/>
              </a:spcBef>
              <a:spcAft>
                <a:spcPts val="0"/>
              </a:spcAft>
              <a:buClr>
                <a:schemeClr val="dk1"/>
              </a:buClr>
              <a:buSzPts val="11000"/>
              <a:buFont typeface="Arial"/>
              <a:buChar char="•"/>
              <a:defRPr sz="11000" b="0" i="0" u="none" strike="noStrike" cap="none">
                <a:solidFill>
                  <a:schemeClr val="dk1"/>
                </a:solidFill>
                <a:latin typeface="Calibri"/>
                <a:ea typeface="Calibri"/>
                <a:cs typeface="Calibri"/>
                <a:sym typeface="Calibri"/>
              </a:defRPr>
            </a:lvl1pPr>
            <a:lvl2pPr marL="914400" marR="0" lvl="1"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2pPr>
            <a:lvl3pPr marL="1371600" marR="0" lvl="2" indent="-749300" algn="l" rtl="0">
              <a:spcBef>
                <a:spcPts val="1640"/>
              </a:spcBef>
              <a:spcAft>
                <a:spcPts val="0"/>
              </a:spcAft>
              <a:buClr>
                <a:schemeClr val="dk1"/>
              </a:buClr>
              <a:buSzPts val="8200"/>
              <a:buFont typeface="Arial"/>
              <a:buChar char="•"/>
              <a:defRPr sz="8200" b="0" i="0" u="none" strike="noStrike" cap="none">
                <a:solidFill>
                  <a:schemeClr val="dk1"/>
                </a:solidFill>
                <a:latin typeface="Calibri"/>
                <a:ea typeface="Calibri"/>
                <a:cs typeface="Calibri"/>
                <a:sym typeface="Calibri"/>
              </a:defRPr>
            </a:lvl3pPr>
            <a:lvl4pPr marL="1828800" marR="0" lvl="3" indent="-666750" algn="l" rtl="0">
              <a:spcBef>
                <a:spcPts val="138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4pPr>
            <a:lvl5pPr marL="2286000" marR="0" lvl="4" indent="-666750" algn="l" rtl="0">
              <a:spcBef>
                <a:spcPts val="138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5pPr>
            <a:lvl6pPr marL="2743200" marR="0" lvl="5" indent="-666750" algn="l" rtl="0">
              <a:spcBef>
                <a:spcPts val="138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6pPr>
            <a:lvl7pPr marL="3200400" marR="0" lvl="6" indent="-666750" algn="l" rtl="0">
              <a:spcBef>
                <a:spcPts val="138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7pPr>
            <a:lvl8pPr marL="3657600" marR="0" lvl="7" indent="-666750" algn="l" rtl="0">
              <a:spcBef>
                <a:spcPts val="138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8pPr>
            <a:lvl9pPr marL="4114800" marR="0" lvl="8" indent="-666750" algn="l" rtl="0">
              <a:spcBef>
                <a:spcPts val="138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1645920" y="20340322"/>
            <a:ext cx="7680960" cy="1168400"/>
          </a:xfrm>
          <a:prstGeom prst="rect">
            <a:avLst/>
          </a:prstGeom>
          <a:noFill/>
          <a:ln>
            <a:noFill/>
          </a:ln>
        </p:spPr>
        <p:txBody>
          <a:bodyPr spcFirstLastPara="1" wrap="square" lIns="313500" tIns="156750" rIns="313500" bIns="156750" anchor="ctr" anchorCtr="0">
            <a:noAutofit/>
          </a:bodyPr>
          <a:lstStyle>
            <a:lvl1pPr marR="0" lvl="0" algn="l" rtl="0">
              <a:spcBef>
                <a:spcPts val="0"/>
              </a:spcBef>
              <a:spcAft>
                <a:spcPts val="0"/>
              </a:spcAft>
              <a:buSzPts val="1400"/>
              <a:buNone/>
              <a:defRPr sz="41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1247120" y="20340322"/>
            <a:ext cx="10424160" cy="1168400"/>
          </a:xfrm>
          <a:prstGeom prst="rect">
            <a:avLst/>
          </a:prstGeom>
          <a:noFill/>
          <a:ln>
            <a:noFill/>
          </a:ln>
        </p:spPr>
        <p:txBody>
          <a:bodyPr spcFirstLastPara="1" wrap="square" lIns="313500" tIns="156750" rIns="313500" bIns="156750" anchor="ctr" anchorCtr="0">
            <a:noAutofit/>
          </a:bodyPr>
          <a:lstStyle>
            <a:lvl1pPr marR="0" lvl="0" algn="ctr" rtl="0">
              <a:spcBef>
                <a:spcPts val="0"/>
              </a:spcBef>
              <a:spcAft>
                <a:spcPts val="0"/>
              </a:spcAft>
              <a:buSzPts val="1400"/>
              <a:buNone/>
              <a:defRPr sz="41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2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3591520" y="20340322"/>
            <a:ext cx="7680960" cy="1168400"/>
          </a:xfrm>
          <a:prstGeom prst="rect">
            <a:avLst/>
          </a:prstGeom>
          <a:noFill/>
          <a:ln>
            <a:noFill/>
          </a:ln>
        </p:spPr>
        <p:txBody>
          <a:bodyPr spcFirstLastPara="1" wrap="square" lIns="313500" tIns="156750" rIns="313500" bIns="156750" anchor="ctr" anchorCtr="0">
            <a:noAutofit/>
          </a:bodyPr>
          <a:lstStyle>
            <a:lvl1pPr marL="0" marR="0" lvl="0" indent="0" algn="r" rtl="0">
              <a:spcBef>
                <a:spcPts val="0"/>
              </a:spcBef>
              <a:buNone/>
              <a:defRPr sz="4100" b="0" i="0" u="none" strike="noStrike" cap="none">
                <a:solidFill>
                  <a:srgbClr val="888888"/>
                </a:solidFill>
                <a:latin typeface="Calibri"/>
                <a:ea typeface="Calibri"/>
                <a:cs typeface="Calibri"/>
                <a:sym typeface="Calibri"/>
              </a:defRPr>
            </a:lvl1pPr>
            <a:lvl2pPr marL="0" marR="0" lvl="1" indent="0" algn="r" rtl="0">
              <a:spcBef>
                <a:spcPts val="0"/>
              </a:spcBef>
              <a:buNone/>
              <a:defRPr sz="4100" b="0" i="0" u="none" strike="noStrike" cap="none">
                <a:solidFill>
                  <a:srgbClr val="888888"/>
                </a:solidFill>
                <a:latin typeface="Calibri"/>
                <a:ea typeface="Calibri"/>
                <a:cs typeface="Calibri"/>
                <a:sym typeface="Calibri"/>
              </a:defRPr>
            </a:lvl2pPr>
            <a:lvl3pPr marL="0" marR="0" lvl="2" indent="0" algn="r" rtl="0">
              <a:spcBef>
                <a:spcPts val="0"/>
              </a:spcBef>
              <a:buNone/>
              <a:defRPr sz="4100" b="0" i="0" u="none" strike="noStrike" cap="none">
                <a:solidFill>
                  <a:srgbClr val="888888"/>
                </a:solidFill>
                <a:latin typeface="Calibri"/>
                <a:ea typeface="Calibri"/>
                <a:cs typeface="Calibri"/>
                <a:sym typeface="Calibri"/>
              </a:defRPr>
            </a:lvl3pPr>
            <a:lvl4pPr marL="0" marR="0" lvl="3" indent="0" algn="r" rtl="0">
              <a:spcBef>
                <a:spcPts val="0"/>
              </a:spcBef>
              <a:buNone/>
              <a:defRPr sz="4100" b="0" i="0" u="none" strike="noStrike" cap="none">
                <a:solidFill>
                  <a:srgbClr val="888888"/>
                </a:solidFill>
                <a:latin typeface="Calibri"/>
                <a:ea typeface="Calibri"/>
                <a:cs typeface="Calibri"/>
                <a:sym typeface="Calibri"/>
              </a:defRPr>
            </a:lvl4pPr>
            <a:lvl5pPr marL="0" marR="0" lvl="4" indent="0" algn="r" rtl="0">
              <a:spcBef>
                <a:spcPts val="0"/>
              </a:spcBef>
              <a:buNone/>
              <a:defRPr sz="4100" b="0" i="0" u="none" strike="noStrike" cap="none">
                <a:solidFill>
                  <a:srgbClr val="888888"/>
                </a:solidFill>
                <a:latin typeface="Calibri"/>
                <a:ea typeface="Calibri"/>
                <a:cs typeface="Calibri"/>
                <a:sym typeface="Calibri"/>
              </a:defRPr>
            </a:lvl5pPr>
            <a:lvl6pPr marL="0" marR="0" lvl="5" indent="0" algn="r" rtl="0">
              <a:spcBef>
                <a:spcPts val="0"/>
              </a:spcBef>
              <a:buNone/>
              <a:defRPr sz="4100" b="0" i="0" u="none" strike="noStrike" cap="none">
                <a:solidFill>
                  <a:srgbClr val="888888"/>
                </a:solidFill>
                <a:latin typeface="Calibri"/>
                <a:ea typeface="Calibri"/>
                <a:cs typeface="Calibri"/>
                <a:sym typeface="Calibri"/>
              </a:defRPr>
            </a:lvl6pPr>
            <a:lvl7pPr marL="0" marR="0" lvl="6" indent="0" algn="r" rtl="0">
              <a:spcBef>
                <a:spcPts val="0"/>
              </a:spcBef>
              <a:buNone/>
              <a:defRPr sz="4100" b="0" i="0" u="none" strike="noStrike" cap="none">
                <a:solidFill>
                  <a:srgbClr val="888888"/>
                </a:solidFill>
                <a:latin typeface="Calibri"/>
                <a:ea typeface="Calibri"/>
                <a:cs typeface="Calibri"/>
                <a:sym typeface="Calibri"/>
              </a:defRPr>
            </a:lvl7pPr>
            <a:lvl8pPr marL="0" marR="0" lvl="7" indent="0" algn="r" rtl="0">
              <a:spcBef>
                <a:spcPts val="0"/>
              </a:spcBef>
              <a:buNone/>
              <a:defRPr sz="4100" b="0" i="0" u="none" strike="noStrike" cap="none">
                <a:solidFill>
                  <a:srgbClr val="888888"/>
                </a:solidFill>
                <a:latin typeface="Calibri"/>
                <a:ea typeface="Calibri"/>
                <a:cs typeface="Calibri"/>
                <a:sym typeface="Calibri"/>
              </a:defRPr>
            </a:lvl8pPr>
            <a:lvl9pPr marL="0" marR="0" lvl="8" indent="0" algn="r" rtl="0">
              <a:spcBef>
                <a:spcPts val="0"/>
              </a:spcBef>
              <a:buNone/>
              <a:defRPr sz="41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B4FC21C-7676-9A3D-A86C-2B5824A3E004}"/>
            </a:ext>
          </a:extLst>
        </p:cNvPr>
        <p:cNvGrpSpPr/>
        <p:nvPr/>
      </p:nvGrpSpPr>
      <p:grpSpPr>
        <a:xfrm>
          <a:off x="0" y="0"/>
          <a:ext cx="0" cy="0"/>
          <a:chOff x="0" y="0"/>
          <a:chExt cx="0" cy="0"/>
        </a:xfrm>
      </p:grpSpPr>
      <p:sp>
        <p:nvSpPr>
          <p:cNvPr id="5" name="Fig3Frame">
            <a:extLst>
              <a:ext uri="{FF2B5EF4-FFF2-40B4-BE49-F238E27FC236}">
                <a16:creationId xmlns:a16="http://schemas.microsoft.com/office/drawing/2014/main" id="{372BEC49-673A-82D4-D35E-22297A10574C}"/>
              </a:ext>
            </a:extLst>
          </p:cNvPr>
          <p:cNvSpPr/>
          <p:nvPr/>
        </p:nvSpPr>
        <p:spPr>
          <a:xfrm>
            <a:off x="15243048" y="18836639"/>
            <a:ext cx="13414248" cy="6858000"/>
          </a:xfrm>
          <a:prstGeom prst="rect">
            <a:avLst/>
          </a:prstGeom>
          <a:solidFill>
            <a:srgbClr val="FFFFFF"/>
          </a:solidFill>
          <a:ln w="9525">
            <a:solidFill>
              <a:srgbClr val="4A7D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4" name="Google Shape;84;p1" descr="NYU Tandon School of Engineering logo.">
            <a:extLst>
              <a:ext uri="{FF2B5EF4-FFF2-40B4-BE49-F238E27FC236}">
                <a16:creationId xmlns:a16="http://schemas.microsoft.com/office/drawing/2014/main" id="{056B0D77-FA80-2A71-E275-50D943792FA2}"/>
              </a:ext>
            </a:extLst>
          </p:cNvPr>
          <p:cNvPicPr preferRelativeResize="0"/>
          <p:nvPr/>
        </p:nvPicPr>
        <p:blipFill rotWithShape="1">
          <a:blip r:embed="rId3">
            <a:alphaModFix/>
          </a:blip>
          <a:srcRect/>
          <a:stretch/>
        </p:blipFill>
        <p:spPr>
          <a:xfrm>
            <a:off x="914400" y="685800"/>
            <a:ext cx="11684000" cy="1813229"/>
          </a:xfrm>
          <a:prstGeom prst="rect">
            <a:avLst/>
          </a:prstGeom>
          <a:noFill/>
          <a:ln>
            <a:noFill/>
          </a:ln>
        </p:spPr>
      </p:pic>
      <p:sp>
        <p:nvSpPr>
          <p:cNvPr id="85" name="TextBox 84">
            <a:extLst>
              <a:ext uri="{FF2B5EF4-FFF2-40B4-BE49-F238E27FC236}">
                <a16:creationId xmlns:a16="http://schemas.microsoft.com/office/drawing/2014/main" id="{C2C7FEC9-81D2-E89C-F860-E96824C293AB}"/>
              </a:ext>
            </a:extLst>
          </p:cNvPr>
          <p:cNvSpPr txBox="1"/>
          <p:nvPr/>
        </p:nvSpPr>
        <p:spPr>
          <a:xfrm>
            <a:off x="914400" y="3593592"/>
            <a:ext cx="42062400" cy="2148840"/>
          </a:xfrm>
          <a:prstGeom prst="rect">
            <a:avLst/>
          </a:prstGeom>
          <a:noFill/>
        </p:spPr>
        <p:txBody>
          <a:bodyPr wrap="square" lIns="0" tIns="0" rIns="0" bIns="0">
            <a:spAutoFit/>
          </a:bodyPr>
          <a:lstStyle/>
          <a:p>
            <a:pPr algn="ctr">
              <a:lnSpc>
                <a:spcPct val="100000"/>
              </a:lnSpc>
              <a:spcAft>
                <a:spcPts val="0"/>
              </a:spcAft>
            </a:pPr>
            <a:r>
              <a:rPr sz="9600" b="1" i="0" dirty="0">
                <a:solidFill>
                  <a:srgbClr val="000000"/>
                </a:solidFill>
                <a:latin typeface="Arial"/>
              </a:rPr>
              <a:t>Powering FloodNet: </a:t>
            </a:r>
            <a:r>
              <a:rPr lang="en-US" sz="9600" b="1" i="0" dirty="0">
                <a:solidFill>
                  <a:srgbClr val="000000"/>
                </a:solidFill>
                <a:latin typeface="Arial"/>
              </a:rPr>
              <a:t>Optimizing Sensor Reporting for Battery Life</a:t>
            </a:r>
            <a:endParaRPr sz="9600" b="1" i="0" dirty="0">
              <a:solidFill>
                <a:srgbClr val="000000"/>
              </a:solidFill>
              <a:latin typeface="Arial"/>
            </a:endParaRPr>
          </a:p>
          <a:p>
            <a:pPr algn="ctr"/>
            <a:r>
              <a:rPr lang="en-US" sz="5400" b="1" dirty="0">
                <a:latin typeface="Arial"/>
              </a:rPr>
              <a:t>15-Minute Reporting Cuts Sensor Energy Use 41% and Extends Battery Life from 49 to 84 Days</a:t>
            </a:r>
          </a:p>
        </p:txBody>
      </p:sp>
      <p:sp>
        <p:nvSpPr>
          <p:cNvPr id="86" name="TextBox 85">
            <a:extLst>
              <a:ext uri="{FF2B5EF4-FFF2-40B4-BE49-F238E27FC236}">
                <a16:creationId xmlns:a16="http://schemas.microsoft.com/office/drawing/2014/main" id="{62339019-645C-BC7E-157C-D6C7201B7758}"/>
              </a:ext>
            </a:extLst>
          </p:cNvPr>
          <p:cNvSpPr txBox="1"/>
          <p:nvPr/>
        </p:nvSpPr>
        <p:spPr>
          <a:xfrm>
            <a:off x="914400" y="5870448"/>
            <a:ext cx="42062400" cy="1371600"/>
          </a:xfrm>
          <a:prstGeom prst="rect">
            <a:avLst/>
          </a:prstGeom>
          <a:noFill/>
        </p:spPr>
        <p:txBody>
          <a:bodyPr wrap="square" lIns="0" tIns="0" rIns="0" bIns="0">
            <a:spAutoFit/>
          </a:bodyPr>
          <a:lstStyle/>
          <a:p>
            <a:pPr algn="ctr">
              <a:lnSpc>
                <a:spcPct val="100000"/>
              </a:lnSpc>
            </a:pPr>
            <a:r>
              <a:rPr sz="6933" b="0">
                <a:solidFill>
                  <a:srgbClr val="000000"/>
                </a:solidFill>
                <a:latin typeface="Arial"/>
              </a:rPr>
              <a:t>Nicholas Reinoso,</a:t>
            </a:r>
            <a:r>
              <a:rPr sz="6933" b="0" baseline="30000">
                <a:solidFill>
                  <a:srgbClr val="000000"/>
                </a:solidFill>
                <a:latin typeface="Arial"/>
              </a:rPr>
              <a:t>1</a:t>
            </a:r>
            <a:r>
              <a:rPr sz="6933" b="0">
                <a:solidFill>
                  <a:srgbClr val="000000"/>
                </a:solidFill>
                <a:latin typeface="Arial"/>
              </a:rPr>
              <a:t> Charlie Mydlarz,</a:t>
            </a:r>
            <a:r>
              <a:rPr sz="6933" b="0" baseline="30000">
                <a:solidFill>
                  <a:srgbClr val="000000"/>
                </a:solidFill>
                <a:latin typeface="Arial"/>
              </a:rPr>
              <a:t>2</a:t>
            </a:r>
            <a:r>
              <a:rPr sz="6933" b="0">
                <a:solidFill>
                  <a:srgbClr val="000000"/>
                </a:solidFill>
                <a:latin typeface="Arial"/>
              </a:rPr>
              <a:t> Andrea I. Silverman</a:t>
            </a:r>
            <a:r>
              <a:rPr sz="6933" b="0" baseline="30000">
                <a:solidFill>
                  <a:srgbClr val="000000"/>
                </a:solidFill>
                <a:latin typeface="Arial"/>
              </a:rPr>
              <a:t>2,3</a:t>
            </a:r>
          </a:p>
        </p:txBody>
      </p:sp>
      <p:sp>
        <p:nvSpPr>
          <p:cNvPr id="87" name="TextBox 86">
            <a:extLst>
              <a:ext uri="{FF2B5EF4-FFF2-40B4-BE49-F238E27FC236}">
                <a16:creationId xmlns:a16="http://schemas.microsoft.com/office/drawing/2014/main" id="{D159A6DB-FB69-E399-BD4D-712E85E80301}"/>
              </a:ext>
            </a:extLst>
          </p:cNvPr>
          <p:cNvSpPr txBox="1"/>
          <p:nvPr/>
        </p:nvSpPr>
        <p:spPr>
          <a:xfrm>
            <a:off x="914400" y="7242048"/>
            <a:ext cx="42062400" cy="369332"/>
          </a:xfrm>
          <a:prstGeom prst="rect">
            <a:avLst/>
          </a:prstGeom>
          <a:noFill/>
        </p:spPr>
        <p:txBody>
          <a:bodyPr wrap="square" lIns="0" tIns="0" rIns="0" bIns="0">
            <a:spAutoFit/>
          </a:bodyPr>
          <a:lstStyle/>
          <a:p>
            <a:pPr algn="ctr">
              <a:lnSpc>
                <a:spcPct val="100000"/>
              </a:lnSpc>
              <a:spcAft>
                <a:spcPts val="0"/>
              </a:spcAft>
            </a:pPr>
            <a:r>
              <a:rPr sz="2400" b="0" i="0">
                <a:solidFill>
                  <a:srgbClr val="404040"/>
                </a:solidFill>
                <a:latin typeface="Arial"/>
              </a:rPr>
              <a:t>1. Undergraduate Summer Research Program, NYU Tandon School of Engineering     2. Center for Urban Science and Progress, NYU Tandon     </a:t>
            </a:r>
            <a:r>
              <a:rPr lang="en-US" sz="2400" b="0" i="0">
                <a:solidFill>
                  <a:srgbClr val="404040"/>
                </a:solidFill>
                <a:latin typeface="Arial"/>
              </a:rPr>
              <a:t>3. Department of Civil, Urban, and Environmental Engineering, NYU Tandon</a:t>
            </a:r>
            <a:endParaRPr sz="2400" b="0" i="0">
              <a:solidFill>
                <a:srgbClr val="404040"/>
              </a:solidFill>
              <a:latin typeface="Arial"/>
            </a:endParaRPr>
          </a:p>
        </p:txBody>
      </p:sp>
      <p:sp>
        <p:nvSpPr>
          <p:cNvPr id="88" name="TextBox 87">
            <a:extLst>
              <a:ext uri="{FF2B5EF4-FFF2-40B4-BE49-F238E27FC236}">
                <a16:creationId xmlns:a16="http://schemas.microsoft.com/office/drawing/2014/main" id="{2E9E164B-AC92-6E41-F3AF-5BC64E95E666}"/>
              </a:ext>
            </a:extLst>
          </p:cNvPr>
          <p:cNvSpPr txBox="1"/>
          <p:nvPr/>
        </p:nvSpPr>
        <p:spPr>
          <a:xfrm>
            <a:off x="914400" y="7708392"/>
            <a:ext cx="42062400" cy="369332"/>
          </a:xfrm>
          <a:prstGeom prst="rect">
            <a:avLst/>
          </a:prstGeom>
          <a:noFill/>
        </p:spPr>
        <p:txBody>
          <a:bodyPr wrap="square" lIns="0" tIns="0" rIns="0" bIns="0">
            <a:spAutoFit/>
          </a:bodyPr>
          <a:lstStyle/>
          <a:p>
            <a:pPr algn="ctr">
              <a:lnSpc>
                <a:spcPct val="100000"/>
              </a:lnSpc>
              <a:spcAft>
                <a:spcPts val="0"/>
              </a:spcAft>
            </a:pPr>
            <a:r>
              <a:rPr lang="en-US" sz="2400" b="1" i="0">
                <a:solidFill>
                  <a:srgbClr val="000000"/>
                </a:solidFill>
                <a:latin typeface="Arial"/>
              </a:rPr>
              <a:t>Project Supervisors: Charlie Mydlarz and Andrea I. Silverman</a:t>
            </a:r>
            <a:endParaRPr sz="2400" b="1" i="0">
              <a:solidFill>
                <a:srgbClr val="000000"/>
              </a:solidFill>
              <a:latin typeface="Arial"/>
            </a:endParaRPr>
          </a:p>
        </p:txBody>
      </p:sp>
      <p:cxnSp>
        <p:nvCxnSpPr>
          <p:cNvPr id="89" name="Connector 88">
            <a:extLst>
              <a:ext uri="{FF2B5EF4-FFF2-40B4-BE49-F238E27FC236}">
                <a16:creationId xmlns:a16="http://schemas.microsoft.com/office/drawing/2014/main" id="{FA04339A-6F3A-6FE1-3950-618F9657A822}"/>
              </a:ext>
            </a:extLst>
          </p:cNvPr>
          <p:cNvCxnSpPr/>
          <p:nvPr/>
        </p:nvCxnSpPr>
        <p:spPr>
          <a:xfrm>
            <a:off x="914400" y="8476488"/>
            <a:ext cx="42062400" cy="0"/>
          </a:xfrm>
          <a:prstGeom prst="line">
            <a:avLst/>
          </a:prstGeom>
          <a:ln w="25400">
            <a:solidFill>
              <a:srgbClr val="4F81BD"/>
            </a:solidFill>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7F0CC5CB-4FEA-66F1-F23F-1B7FF0F3F9E2}"/>
              </a:ext>
            </a:extLst>
          </p:cNvPr>
          <p:cNvSpPr txBox="1"/>
          <p:nvPr/>
        </p:nvSpPr>
        <p:spPr>
          <a:xfrm>
            <a:off x="914400" y="9448397"/>
            <a:ext cx="13414248" cy="1097280"/>
          </a:xfrm>
          <a:prstGeom prst="rect">
            <a:avLst/>
          </a:prstGeom>
          <a:noFill/>
        </p:spPr>
        <p:txBody>
          <a:bodyPr wrap="square" lIns="0" tIns="0" rIns="0" bIns="0">
            <a:spAutoFit/>
          </a:bodyPr>
          <a:lstStyle/>
          <a:p>
            <a:pPr algn="l">
              <a:lnSpc>
                <a:spcPct val="113999"/>
              </a:lnSpc>
              <a:spcAft>
                <a:spcPts val="0"/>
              </a:spcAft>
            </a:pPr>
            <a:r>
              <a:rPr sz="5600" b="1" i="0">
                <a:solidFill>
                  <a:srgbClr val="000000"/>
                </a:solidFill>
                <a:latin typeface="Arial"/>
              </a:rPr>
              <a:t>Abstract</a:t>
            </a:r>
          </a:p>
        </p:txBody>
      </p:sp>
      <p:sp>
        <p:nvSpPr>
          <p:cNvPr id="91" name="TextBox 90">
            <a:extLst>
              <a:ext uri="{FF2B5EF4-FFF2-40B4-BE49-F238E27FC236}">
                <a16:creationId xmlns:a16="http://schemas.microsoft.com/office/drawing/2014/main" id="{7DBF76EC-0D98-E7D2-27C4-2896A2F564AB}"/>
              </a:ext>
            </a:extLst>
          </p:cNvPr>
          <p:cNvSpPr txBox="1"/>
          <p:nvPr/>
        </p:nvSpPr>
        <p:spPr>
          <a:xfrm>
            <a:off x="914400" y="10591397"/>
            <a:ext cx="13414248" cy="12710160"/>
          </a:xfrm>
          <a:prstGeom prst="rect">
            <a:avLst/>
          </a:prstGeom>
          <a:noFill/>
        </p:spPr>
        <p:txBody>
          <a:bodyPr wrap="square" lIns="0" tIns="0" rIns="0" bIns="0">
            <a:spAutoFit/>
          </a:bodyPr>
          <a:lstStyle/>
          <a:p>
            <a:pPr algn="l">
              <a:lnSpc>
                <a:spcPct val="113999"/>
              </a:lnSpc>
              <a:spcAft>
                <a:spcPts val="0"/>
              </a:spcAft>
            </a:pPr>
            <a:r>
              <a:rPr lang="en-US" sz="3467" b="0">
                <a:latin typeface="Arial"/>
              </a:rPr>
              <a:t>FloodNet is a street-level flood monitoring network with 450 sensors across New York City’s five boroughs. Each solar-powered unit measures water level every minute with an ultrasonic sensor and reports over cellular at a remotely settable interval (default 1 minute). In winter, shorter days and building shading cut solar harvest below what a shaded sensor consumes. Batteries run down over weeks, sensors shut off and stop reporting, and each one stays dark until a crew spends staff time on a site visit and a battery swap. To measure each reporting rate’s real cost, a sensor’s current draw was recorded with a Qoitech Otii Arc power analyzer at 1-, 15-, and 30-minute intervals (setup below). Slowing reporting from 1 to 15 minutes cut average draw by 41%, from 2.82 to 1.66 mA, stretching a full charge of the Samsung INR18650-35E cell (3,350 mAh) from 49 to 84 days with no solar input (Figure 2). Slowing to 30 minutes saved nothing more: a 900-second MQTT keepalive wakes the modem mid-interval regardless. Fifteen-minute reporting therefore delivers the most live data at the lowest measured power, at the price of reports arriving up to 15 minutes late. A server-side policy is proposed to manage that tradeoff: 15-minute reporting below a battery voltage threshold, with 1-minute reporting restored when a storm is forecast or nearby flooding is detected.</a:t>
            </a:r>
            <a:endParaRPr lang="en-US" sz="3467" b="0" dirty="0">
              <a:latin typeface="Arial"/>
            </a:endParaRPr>
          </a:p>
        </p:txBody>
      </p:sp>
      <p:sp>
        <p:nvSpPr>
          <p:cNvPr id="94" name="Rectangle 93">
            <a:extLst>
              <a:ext uri="{FF2B5EF4-FFF2-40B4-BE49-F238E27FC236}">
                <a16:creationId xmlns:a16="http://schemas.microsoft.com/office/drawing/2014/main" id="{8F5CEE09-DC6F-2E9F-FA8B-7D07CAB5AA18}"/>
              </a:ext>
            </a:extLst>
          </p:cNvPr>
          <p:cNvSpPr/>
          <p:nvPr/>
        </p:nvSpPr>
        <p:spPr>
          <a:xfrm>
            <a:off x="914400" y="27980639"/>
            <a:ext cx="13414248" cy="4709160"/>
          </a:xfrm>
          <a:prstGeom prst="rect">
            <a:avLst/>
          </a:prstGeom>
          <a:solidFill>
            <a:srgbClr val="FFFFFF"/>
          </a:solidFill>
          <a:ln w="9525">
            <a:solidFill>
              <a:srgbClr val="4A7D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TextBox 94">
            <a:extLst>
              <a:ext uri="{FF2B5EF4-FFF2-40B4-BE49-F238E27FC236}">
                <a16:creationId xmlns:a16="http://schemas.microsoft.com/office/drawing/2014/main" id="{499A0681-228D-AC82-8D1E-D550CFAC5AB0}"/>
              </a:ext>
            </a:extLst>
          </p:cNvPr>
          <p:cNvSpPr txBox="1"/>
          <p:nvPr/>
        </p:nvSpPr>
        <p:spPr>
          <a:xfrm>
            <a:off x="1161288" y="28099513"/>
            <a:ext cx="12920472" cy="1005840"/>
          </a:xfrm>
          <a:prstGeom prst="rect">
            <a:avLst/>
          </a:prstGeom>
          <a:noFill/>
        </p:spPr>
        <p:txBody>
          <a:bodyPr wrap="square" lIns="0" tIns="0" rIns="0" bIns="0">
            <a:spAutoFit/>
          </a:bodyPr>
          <a:lstStyle/>
          <a:p>
            <a:pPr algn="l">
              <a:lnSpc>
                <a:spcPct val="113999"/>
              </a:lnSpc>
              <a:spcAft>
                <a:spcPts val="0"/>
              </a:spcAft>
            </a:pPr>
            <a:r>
              <a:rPr lang="en-US" sz="3200" b="0" dirty="0">
                <a:latin typeface="Arial"/>
              </a:rPr>
              <a:t>Figure 1: Daylight and daily solar energy (kWh/m² per day) near NYC, July 2025 to June 2026 (solar data: Open-Meteo, CC BY 4.0)</a:t>
            </a:r>
          </a:p>
        </p:txBody>
      </p:sp>
      <p:sp>
        <p:nvSpPr>
          <p:cNvPr id="103" name="TextBox 102">
            <a:extLst>
              <a:ext uri="{FF2B5EF4-FFF2-40B4-BE49-F238E27FC236}">
                <a16:creationId xmlns:a16="http://schemas.microsoft.com/office/drawing/2014/main" id="{A7F38001-1FB9-2EED-A2AC-455105C0CEBE}"/>
              </a:ext>
            </a:extLst>
          </p:cNvPr>
          <p:cNvSpPr txBox="1"/>
          <p:nvPr/>
        </p:nvSpPr>
        <p:spPr>
          <a:xfrm>
            <a:off x="914400" y="23545800"/>
            <a:ext cx="13414248" cy="1097280"/>
          </a:xfrm>
          <a:prstGeom prst="rect">
            <a:avLst/>
          </a:prstGeom>
          <a:noFill/>
        </p:spPr>
        <p:txBody>
          <a:bodyPr wrap="square" lIns="0" tIns="0" rIns="0" bIns="0">
            <a:spAutoFit/>
          </a:bodyPr>
          <a:lstStyle/>
          <a:p>
            <a:pPr algn="l">
              <a:lnSpc>
                <a:spcPct val="113999"/>
              </a:lnSpc>
              <a:spcAft>
                <a:spcPts val="0"/>
              </a:spcAft>
            </a:pPr>
            <a:r>
              <a:rPr sz="5600" b="1" i="0" dirty="0">
                <a:solidFill>
                  <a:srgbClr val="000000"/>
                </a:solidFill>
                <a:latin typeface="Arial"/>
              </a:rPr>
              <a:t>Testing</a:t>
            </a:r>
          </a:p>
        </p:txBody>
      </p:sp>
      <p:sp>
        <p:nvSpPr>
          <p:cNvPr id="104" name="TextBox 103">
            <a:extLst>
              <a:ext uri="{FF2B5EF4-FFF2-40B4-BE49-F238E27FC236}">
                <a16:creationId xmlns:a16="http://schemas.microsoft.com/office/drawing/2014/main" id="{7514E1CC-75FC-A9AD-6EE1-B77B0F1CD238}"/>
              </a:ext>
            </a:extLst>
          </p:cNvPr>
          <p:cNvSpPr txBox="1"/>
          <p:nvPr/>
        </p:nvSpPr>
        <p:spPr>
          <a:xfrm>
            <a:off x="914400" y="24688800"/>
            <a:ext cx="13414248" cy="2990370"/>
          </a:xfrm>
          <a:prstGeom prst="rect">
            <a:avLst/>
          </a:prstGeom>
          <a:noFill/>
        </p:spPr>
        <p:txBody>
          <a:bodyPr wrap="square" lIns="0" tIns="0" rIns="0" bIns="0">
            <a:spAutoFit/>
          </a:bodyPr>
          <a:lstStyle/>
          <a:p>
            <a:pPr algn="l">
              <a:lnSpc>
                <a:spcPct val="113999"/>
              </a:lnSpc>
              <a:spcAft>
                <a:spcPts val="0"/>
              </a:spcAft>
            </a:pPr>
            <a:r>
              <a:rPr lang="en-US" sz="3467" b="0" dirty="0">
                <a:latin typeface="Arial"/>
              </a:rPr>
              <a:t>Testing used a Qoitech Otii Arc power </a:t>
            </a:r>
            <a:r>
              <a:rPr lang="en-US" sz="3467" b="0">
                <a:latin typeface="Arial"/>
              </a:rPr>
              <a:t>analyzer recording current at 4,000 samples per second </a:t>
            </a:r>
            <a:r>
              <a:rPr lang="en-US" sz="3467" b="0" dirty="0">
                <a:latin typeface="Arial"/>
              </a:rPr>
              <a:t>at the battery’s 3.60 V nominal voltage. The 1-, 15-, and 30-minute schedules were </a:t>
            </a:r>
            <a:r>
              <a:rPr lang="en-US" sz="3467" b="0">
                <a:latin typeface="Arial"/>
              </a:rPr>
              <a:t>captured for 63, 23, and 16 hours, respectively. The Arc’s UART log matched </a:t>
            </a:r>
            <a:r>
              <a:rPr lang="en-US" sz="3467" b="0" dirty="0">
                <a:latin typeface="Arial"/>
              </a:rPr>
              <a:t>each current spike to a logged sensor event.</a:t>
            </a:r>
          </a:p>
        </p:txBody>
      </p:sp>
      <p:sp>
        <p:nvSpPr>
          <p:cNvPr id="105" name="Rectangle 104">
            <a:extLst>
              <a:ext uri="{FF2B5EF4-FFF2-40B4-BE49-F238E27FC236}">
                <a16:creationId xmlns:a16="http://schemas.microsoft.com/office/drawing/2014/main" id="{DD5EE35F-A04B-011B-8F51-3E56C7BBB5C0}"/>
              </a:ext>
            </a:extLst>
          </p:cNvPr>
          <p:cNvSpPr/>
          <p:nvPr/>
        </p:nvSpPr>
        <p:spPr>
          <a:xfrm>
            <a:off x="15243048" y="10819996"/>
            <a:ext cx="13414248" cy="6759275"/>
          </a:xfrm>
          <a:prstGeom prst="rect">
            <a:avLst/>
          </a:prstGeom>
          <a:solidFill>
            <a:srgbClr val="FFFFFF"/>
          </a:solidFill>
          <a:ln w="9525">
            <a:solidFill>
              <a:srgbClr val="4A7D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a:extLst>
              <a:ext uri="{FF2B5EF4-FFF2-40B4-BE49-F238E27FC236}">
                <a16:creationId xmlns:a16="http://schemas.microsoft.com/office/drawing/2014/main" id="{72905B35-31F4-41C7-A97C-C1749FA99841}"/>
              </a:ext>
            </a:extLst>
          </p:cNvPr>
          <p:cNvSpPr txBox="1"/>
          <p:nvPr/>
        </p:nvSpPr>
        <p:spPr>
          <a:xfrm>
            <a:off x="15489936" y="11030309"/>
            <a:ext cx="12920472" cy="1075872"/>
          </a:xfrm>
          <a:prstGeom prst="rect">
            <a:avLst/>
          </a:prstGeom>
          <a:noFill/>
        </p:spPr>
        <p:txBody>
          <a:bodyPr wrap="square" lIns="0" tIns="0" rIns="0" bIns="0">
            <a:spAutoFit/>
          </a:bodyPr>
          <a:lstStyle/>
          <a:p>
            <a:pPr algn="l">
              <a:lnSpc>
                <a:spcPct val="113999"/>
              </a:lnSpc>
              <a:spcAft>
                <a:spcPts val="0"/>
              </a:spcAft>
            </a:pPr>
            <a:r>
              <a:rPr lang="en-US" sz="3200" b="0" dirty="0">
                <a:latin typeface="Arial"/>
              </a:rPr>
              <a:t>Figure 2: Predicted state of charge at 1-, 15-, and 30-minute </a:t>
            </a:r>
            <a:r>
              <a:rPr lang="en-US" sz="3200" b="0">
                <a:latin typeface="Arial"/>
              </a:rPr>
              <a:t>reporting on the Samsung INR18650-35E cell, no solar input</a:t>
            </a:r>
            <a:endParaRPr lang="en-US" sz="3200" b="0" dirty="0">
              <a:latin typeface="Arial"/>
            </a:endParaRPr>
          </a:p>
        </p:txBody>
      </p:sp>
      <p:sp>
        <p:nvSpPr>
          <p:cNvPr id="108" name="TextBox 107">
            <a:extLst>
              <a:ext uri="{FF2B5EF4-FFF2-40B4-BE49-F238E27FC236}">
                <a16:creationId xmlns:a16="http://schemas.microsoft.com/office/drawing/2014/main" id="{C432661A-2985-5743-B893-DAA2D9805FB7}"/>
              </a:ext>
            </a:extLst>
          </p:cNvPr>
          <p:cNvSpPr txBox="1"/>
          <p:nvPr/>
        </p:nvSpPr>
        <p:spPr>
          <a:xfrm>
            <a:off x="15243048" y="9448397"/>
            <a:ext cx="13414248" cy="1097280"/>
          </a:xfrm>
          <a:prstGeom prst="rect">
            <a:avLst/>
          </a:prstGeom>
          <a:noFill/>
        </p:spPr>
        <p:txBody>
          <a:bodyPr wrap="square" lIns="0" tIns="0" rIns="0" bIns="0">
            <a:spAutoFit/>
          </a:bodyPr>
          <a:lstStyle/>
          <a:p>
            <a:pPr algn="l">
              <a:lnSpc>
                <a:spcPct val="113999"/>
              </a:lnSpc>
              <a:spcAft>
                <a:spcPts val="0"/>
              </a:spcAft>
            </a:pPr>
            <a:r>
              <a:rPr lang="en-US" sz="5600" b="1" i="0" dirty="0">
                <a:solidFill>
                  <a:srgbClr val="000000"/>
                </a:solidFill>
                <a:latin typeface="Arial"/>
              </a:rPr>
              <a:t>Results</a:t>
            </a:r>
            <a:endParaRPr sz="4200" b="1" i="0" dirty="0">
              <a:solidFill>
                <a:srgbClr val="000000"/>
              </a:solidFill>
              <a:latin typeface="Arial"/>
            </a:endParaRPr>
          </a:p>
        </p:txBody>
      </p:sp>
      <p:sp>
        <p:nvSpPr>
          <p:cNvPr id="115" name="TextBox 114">
            <a:extLst>
              <a:ext uri="{FF2B5EF4-FFF2-40B4-BE49-F238E27FC236}">
                <a16:creationId xmlns:a16="http://schemas.microsoft.com/office/drawing/2014/main" id="{492F4598-C7DF-7AB9-D8B0-41514CD2013B}"/>
              </a:ext>
            </a:extLst>
          </p:cNvPr>
          <p:cNvSpPr txBox="1"/>
          <p:nvPr/>
        </p:nvSpPr>
        <p:spPr>
          <a:xfrm>
            <a:off x="29584039" y="25877520"/>
            <a:ext cx="13414248" cy="1097280"/>
          </a:xfrm>
          <a:prstGeom prst="rect">
            <a:avLst/>
          </a:prstGeom>
          <a:noFill/>
        </p:spPr>
        <p:txBody>
          <a:bodyPr wrap="square" lIns="0" tIns="0" rIns="0" bIns="0">
            <a:spAutoFit/>
          </a:bodyPr>
          <a:lstStyle/>
          <a:p>
            <a:pPr algn="l">
              <a:lnSpc>
                <a:spcPct val="113999"/>
              </a:lnSpc>
              <a:spcAft>
                <a:spcPts val="0"/>
              </a:spcAft>
            </a:pPr>
            <a:r>
              <a:rPr sz="5600" b="1" i="0" dirty="0">
                <a:solidFill>
                  <a:srgbClr val="000000"/>
                </a:solidFill>
                <a:latin typeface="Arial"/>
              </a:rPr>
              <a:t>Future Work</a:t>
            </a:r>
          </a:p>
        </p:txBody>
      </p:sp>
      <p:sp>
        <p:nvSpPr>
          <p:cNvPr id="116" name="TextBox 115">
            <a:extLst>
              <a:ext uri="{FF2B5EF4-FFF2-40B4-BE49-F238E27FC236}">
                <a16:creationId xmlns:a16="http://schemas.microsoft.com/office/drawing/2014/main" id="{C1F0E634-4EFC-7117-D8E2-9CB06240E174}"/>
              </a:ext>
            </a:extLst>
          </p:cNvPr>
          <p:cNvSpPr txBox="1"/>
          <p:nvPr/>
        </p:nvSpPr>
        <p:spPr>
          <a:xfrm>
            <a:off x="29584039" y="27249121"/>
            <a:ext cx="13414248" cy="4170950"/>
          </a:xfrm>
          <a:prstGeom prst="rect">
            <a:avLst/>
          </a:prstGeom>
          <a:noFill/>
        </p:spPr>
        <p:txBody>
          <a:bodyPr wrap="square" lIns="0" tIns="0" rIns="0" bIns="0">
            <a:spAutoFit/>
          </a:bodyPr>
          <a:lstStyle/>
          <a:p>
            <a:pPr>
              <a:lnSpc>
                <a:spcPct val="113000"/>
              </a:lnSpc>
            </a:pPr>
            <a:r>
              <a:rPr lang="en-US" sz="3467" b="0">
                <a:latin typeface="Arial"/>
              </a:rPr>
              <a:t>Proposals: (1) a server-side policy: 1-minute reporting above a battery voltage threshold, 15-minute below, with 1-minute reporting restored when storms or nearby flooding threaten; (2) raising the 900 s MQTT keepalive toward the Azure IoT Hub limit of about 1,177 s and measuring energy at longer keepalive intervals; (3) shortening the 250 ms pause the firmware leaves between queued records during an upload.</a:t>
            </a:r>
            <a:endParaRPr lang="en-US" sz="3467" b="0" dirty="0">
              <a:latin typeface="Arial"/>
            </a:endParaRPr>
          </a:p>
        </p:txBody>
      </p:sp>
      <p:sp>
        <p:nvSpPr>
          <p:cNvPr id="32" name="TextBox 31">
            <a:extLst>
              <a:ext uri="{FF2B5EF4-FFF2-40B4-BE49-F238E27FC236}">
                <a16:creationId xmlns:a16="http://schemas.microsoft.com/office/drawing/2014/main" id="{45E4AF8A-5E32-D8AD-B136-558F6202F1E3}"/>
              </a:ext>
            </a:extLst>
          </p:cNvPr>
          <p:cNvSpPr txBox="1"/>
          <p:nvPr/>
        </p:nvSpPr>
        <p:spPr>
          <a:xfrm>
            <a:off x="29584039" y="9448397"/>
            <a:ext cx="13414248" cy="2362185"/>
          </a:xfrm>
          <a:prstGeom prst="rect">
            <a:avLst/>
          </a:prstGeom>
          <a:noFill/>
        </p:spPr>
        <p:txBody>
          <a:bodyPr wrap="square" lIns="0" tIns="0" rIns="0" bIns="0">
            <a:spAutoFit/>
          </a:bodyPr>
          <a:lstStyle/>
          <a:p>
            <a:pPr>
              <a:lnSpc>
                <a:spcPct val="113000"/>
              </a:lnSpc>
            </a:pPr>
            <a:r>
              <a:rPr lang="en-US" sz="3467" b="0" dirty="0">
                <a:latin typeface="Arial"/>
              </a:rPr>
              <a:t>The radio wakes only once per interval to send its stored readings, but the MQTT connection times out after 900 seconds without traffic, so the 30-minute schedule adds a mid-interval keepalive </a:t>
            </a:r>
            <a:r>
              <a:rPr lang="en-US" sz="3467" b="0">
                <a:latin typeface="Arial"/>
              </a:rPr>
              <a:t>ping (orange pulses, Figure 3).</a:t>
            </a:r>
            <a:endParaRPr lang="en-US" sz="3467" b="0" dirty="0">
              <a:latin typeface="Arial"/>
            </a:endParaRPr>
          </a:p>
        </p:txBody>
      </p:sp>
      <p:sp>
        <p:nvSpPr>
          <p:cNvPr id="34" name="Rectangle 33">
            <a:extLst>
              <a:ext uri="{FF2B5EF4-FFF2-40B4-BE49-F238E27FC236}">
                <a16:creationId xmlns:a16="http://schemas.microsoft.com/office/drawing/2014/main" id="{3417016D-06A6-39EC-E0B2-A345ED2067B4}"/>
              </a:ext>
            </a:extLst>
          </p:cNvPr>
          <p:cNvSpPr/>
          <p:nvPr/>
        </p:nvSpPr>
        <p:spPr>
          <a:xfrm>
            <a:off x="29562554" y="11922312"/>
            <a:ext cx="13435733" cy="5806440"/>
          </a:xfrm>
          <a:prstGeom prst="rect">
            <a:avLst/>
          </a:prstGeom>
          <a:solidFill>
            <a:srgbClr val="FFFFFF"/>
          </a:solidFill>
          <a:ln w="9525">
            <a:solidFill>
              <a:srgbClr val="4A7D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Fig5Caption">
            <a:extLst>
              <a:ext uri="{FF2B5EF4-FFF2-40B4-BE49-F238E27FC236}">
                <a16:creationId xmlns:a16="http://schemas.microsoft.com/office/drawing/2014/main" id="{6D642A16-1162-491A-5418-BBADD8F654B7}"/>
              </a:ext>
            </a:extLst>
          </p:cNvPr>
          <p:cNvSpPr txBox="1"/>
          <p:nvPr/>
        </p:nvSpPr>
        <p:spPr>
          <a:xfrm>
            <a:off x="15489937" y="19110961"/>
            <a:ext cx="12920472" cy="514500"/>
          </a:xfrm>
          <a:prstGeom prst="rect">
            <a:avLst/>
          </a:prstGeom>
          <a:noFill/>
        </p:spPr>
        <p:txBody>
          <a:bodyPr wrap="square" lIns="0" tIns="0" rIns="0" bIns="0">
            <a:spAutoFit/>
          </a:bodyPr>
          <a:lstStyle/>
          <a:p>
            <a:pPr algn="l">
              <a:lnSpc>
                <a:spcPct val="113999"/>
              </a:lnSpc>
              <a:spcAft>
                <a:spcPts val="0"/>
              </a:spcAft>
            </a:pPr>
            <a:r>
              <a:rPr lang="en-US" sz="3200" b="0">
                <a:latin typeface="Arial"/>
              </a:rPr>
              <a:t>Figure 3: Radio duty cycle </a:t>
            </a:r>
            <a:r>
              <a:rPr lang="en-US" sz="3200" b="0" dirty="0">
                <a:latin typeface="Arial"/>
              </a:rPr>
              <a:t>over one hour at each reporting rate</a:t>
            </a:r>
          </a:p>
        </p:txBody>
      </p:sp>
      <p:sp>
        <p:nvSpPr>
          <p:cNvPr id="40" name="TextBox 39">
            <a:extLst>
              <a:ext uri="{FF2B5EF4-FFF2-40B4-BE49-F238E27FC236}">
                <a16:creationId xmlns:a16="http://schemas.microsoft.com/office/drawing/2014/main" id="{C4A1A219-88FE-546F-B9C9-776BB616DD16}"/>
              </a:ext>
            </a:extLst>
          </p:cNvPr>
          <p:cNvSpPr txBox="1"/>
          <p:nvPr/>
        </p:nvSpPr>
        <p:spPr>
          <a:xfrm>
            <a:off x="29584039" y="18379439"/>
            <a:ext cx="13414248" cy="4170950"/>
          </a:xfrm>
          <a:prstGeom prst="rect">
            <a:avLst/>
          </a:prstGeom>
          <a:noFill/>
        </p:spPr>
        <p:txBody>
          <a:bodyPr wrap="square" lIns="0" tIns="0" rIns="0" bIns="0">
            <a:spAutoFit/>
          </a:bodyPr>
          <a:lstStyle/>
          <a:p>
            <a:pPr>
              <a:lnSpc>
                <a:spcPct val="113000"/>
              </a:lnSpc>
            </a:pPr>
            <a:r>
              <a:rPr lang="en-US" sz="3467" b="0" dirty="0">
                <a:latin typeface="Arial"/>
              </a:rPr>
              <a:t>Because of the keepalive ping (Figure 4), 15- and 30-minute reporting produce the same four radio wakes per hour and nearly identical radio-active time, so their energy use is </a:t>
            </a:r>
            <a:r>
              <a:rPr lang="en-US" sz="3467" b="0">
                <a:latin typeface="Arial"/>
              </a:rPr>
              <a:t>equivalent (Figure 3). </a:t>
            </a:r>
            <a:r>
              <a:rPr lang="en-US" sz="3467" b="0" dirty="0">
                <a:latin typeface="Arial"/>
              </a:rPr>
              <a:t>Radio wakes draw the sensor’s highest instantaneous current (transmit peaks above 100 </a:t>
            </a:r>
            <a:r>
              <a:rPr lang="en-US" sz="3467" b="0">
                <a:latin typeface="Arial"/>
              </a:rPr>
              <a:t>mA against a 1.26 mA idle floor). The added keepalive wake cancels </a:t>
            </a:r>
            <a:r>
              <a:rPr lang="en-US" sz="3467" b="0" dirty="0">
                <a:latin typeface="Arial"/>
              </a:rPr>
              <a:t>the saving that halving the upload rate should provide.</a:t>
            </a:r>
          </a:p>
        </p:txBody>
      </p:sp>
      <p:pic>
        <p:nvPicPr>
          <p:cNvPr id="3" name="Picture 2" descr="NYU Center for Urban Science and Progress logo.">
            <a:extLst>
              <a:ext uri="{FF2B5EF4-FFF2-40B4-BE49-F238E27FC236}">
                <a16:creationId xmlns:a16="http://schemas.microsoft.com/office/drawing/2014/main" id="{BBBC74F8-5608-CBFD-E602-C1E90AB54DD9}"/>
              </a:ext>
            </a:extLst>
          </p:cNvPr>
          <p:cNvPicPr>
            <a:picLocks noChangeAspect="1"/>
          </p:cNvPicPr>
          <p:nvPr/>
        </p:nvPicPr>
        <p:blipFill>
          <a:blip r:embed="rId4"/>
          <a:stretch>
            <a:fillRect/>
          </a:stretch>
        </p:blipFill>
        <p:spPr>
          <a:xfrm>
            <a:off x="31292802" y="630545"/>
            <a:ext cx="11684001" cy="1905261"/>
          </a:xfrm>
          <a:prstGeom prst="rect">
            <a:avLst/>
          </a:prstGeom>
        </p:spPr>
      </p:pic>
      <p:sp>
        <p:nvSpPr>
          <p:cNvPr id="9" name="Fig4Caption">
            <a:extLst>
              <a:ext uri="{FF2B5EF4-FFF2-40B4-BE49-F238E27FC236}">
                <a16:creationId xmlns:a16="http://schemas.microsoft.com/office/drawing/2014/main" id="{C18ADADA-C4B0-CD01-548B-DDAC427805DE}"/>
              </a:ext>
            </a:extLst>
          </p:cNvPr>
          <p:cNvSpPr txBox="1"/>
          <p:nvPr/>
        </p:nvSpPr>
        <p:spPr>
          <a:xfrm>
            <a:off x="29954371" y="12057098"/>
            <a:ext cx="12920472" cy="576072"/>
          </a:xfrm>
          <a:prstGeom prst="rect">
            <a:avLst/>
          </a:prstGeom>
          <a:noFill/>
        </p:spPr>
        <p:txBody>
          <a:bodyPr wrap="square" lIns="0" tIns="0" rIns="0" bIns="0">
            <a:spAutoFit/>
          </a:bodyPr>
          <a:lstStyle/>
          <a:p>
            <a:pPr algn="l">
              <a:lnSpc>
                <a:spcPct val="113999"/>
              </a:lnSpc>
              <a:spcAft>
                <a:spcPts val="0"/>
              </a:spcAft>
            </a:pPr>
            <a:r>
              <a:rPr sz="3200" b="0" i="0" dirty="0">
                <a:solidFill>
                  <a:srgbClr val="000000"/>
                </a:solidFill>
                <a:latin typeface="Arial"/>
              </a:rPr>
              <a:t>Figure 4: Radio wakes per hour at 15- and 30-minute reporting</a:t>
            </a:r>
          </a:p>
        </p:txBody>
      </p:sp>
      <p:sp>
        <p:nvSpPr>
          <p:cNvPr id="121" name="Acknowledgments"/>
          <p:cNvSpPr txBox="1"/>
          <p:nvPr/>
        </p:nvSpPr>
        <p:spPr>
          <a:xfrm>
            <a:off x="914400" y="8613648"/>
            <a:ext cx="42062400" cy="411480"/>
          </a:xfrm>
          <a:prstGeom prst="rect">
            <a:avLst/>
          </a:prstGeom>
          <a:noFill/>
        </p:spPr>
        <p:txBody>
          <a:bodyPr wrap="square">
            <a:spAutoFit/>
          </a:bodyPr>
          <a:lstStyle/>
          <a:p>
            <a:pPr algn="ctr"/>
            <a:r>
              <a:rPr lang="en-US" sz="2400" b="1" dirty="0">
                <a:latin typeface="Arial"/>
              </a:rPr>
              <a:t>Acknowledgments: </a:t>
            </a:r>
            <a:r>
              <a:rPr lang="en-US" sz="2400" b="0" dirty="0">
                <a:latin typeface="Arial"/>
              </a:rPr>
              <a:t>The author thanks the NYU Tandon School of Engineering’s Office of Undergraduate Academics for generous funding of this project. Thanks also to Praneeth Challagonda, Chris Hoyte, Amanpreet Kaur, Polly Pierone, and Bea Steers.</a:t>
            </a:r>
          </a:p>
        </p:txBody>
      </p:sp>
      <p:pic>
        <p:nvPicPr>
          <p:cNvPr id="122" name="Fig2StateOfCharge" descr="Chart: predicted battery state of charge versus days since full charge with no solar input. The 1-minute reporting line reaches empty at 49 days; the 15- and 30-minute lines overlap and reach empty at 84 days."/>
          <p:cNvPicPr>
            <a:picLocks noChangeAspect="1"/>
          </p:cNvPicPr>
          <p:nvPr/>
        </p:nvPicPr>
        <p:blipFill>
          <a:blip r:embed="rId5"/>
          <a:stretch>
            <a:fillRect/>
          </a:stretch>
        </p:blipFill>
        <p:spPr>
          <a:xfrm>
            <a:off x="15489936" y="12070080"/>
            <a:ext cx="12965263" cy="5303971"/>
          </a:xfrm>
          <a:prstGeom prst="rect">
            <a:avLst/>
          </a:prstGeom>
        </p:spPr>
      </p:pic>
      <p:pic>
        <p:nvPicPr>
          <p:cNvPr id="123" name="Fig4WakesPerHour" descr="Diagram: radio wakes per hour. 15-minute reporting shows four upload wakes; 30-minute reporting shows two upload wakes plus two keepalive pings; four wakes per hour at both."/>
          <p:cNvPicPr>
            <a:picLocks noChangeAspect="1"/>
          </p:cNvPicPr>
          <p:nvPr/>
        </p:nvPicPr>
        <p:blipFill>
          <a:blip r:embed="rId6"/>
          <a:stretch>
            <a:fillRect/>
          </a:stretch>
        </p:blipFill>
        <p:spPr>
          <a:xfrm>
            <a:off x="29937455" y="12801600"/>
            <a:ext cx="12698728" cy="4617720"/>
          </a:xfrm>
          <a:prstGeom prst="rect">
            <a:avLst/>
          </a:prstGeom>
        </p:spPr>
      </p:pic>
      <p:pic>
        <p:nvPicPr>
          <p:cNvPr id="124" name="Fig5DutyCycle" descr="Diagram: radio duty cycle across one hour as square waves. The 1-minute row shows 60 wakes; the 15- and 30-minute rows show four wakes each, with orange pulses marking the 30-minute row's keepalive pings."/>
          <p:cNvPicPr>
            <a:picLocks noChangeAspect="1"/>
          </p:cNvPicPr>
          <p:nvPr/>
        </p:nvPicPr>
        <p:blipFill>
          <a:blip r:embed="rId7"/>
          <a:stretch>
            <a:fillRect/>
          </a:stretch>
        </p:blipFill>
        <p:spPr>
          <a:xfrm>
            <a:off x="15416785" y="20208239"/>
            <a:ext cx="13075921" cy="5349240"/>
          </a:xfrm>
          <a:prstGeom prst="rect">
            <a:avLst/>
          </a:prstGeom>
        </p:spPr>
      </p:pic>
      <p:sp>
        <p:nvSpPr>
          <p:cNvPr id="2" name="WhyLongBlock">
            <a:extLst>
              <a:ext uri="{FF2B5EF4-FFF2-40B4-BE49-F238E27FC236}">
                <a16:creationId xmlns:a16="http://schemas.microsoft.com/office/drawing/2014/main" id="{E65576E5-17FD-05CE-891E-C67526D4939E}"/>
              </a:ext>
            </a:extLst>
          </p:cNvPr>
          <p:cNvSpPr txBox="1"/>
          <p:nvPr/>
        </p:nvSpPr>
        <p:spPr>
          <a:xfrm>
            <a:off x="15243048" y="27066239"/>
            <a:ext cx="13414248" cy="2743200"/>
          </a:xfrm>
          <a:prstGeom prst="rect">
            <a:avLst/>
          </a:prstGeom>
          <a:noFill/>
        </p:spPr>
        <p:txBody>
          <a:bodyPr wrap="square" lIns="0" tIns="0" rIns="0" bIns="0">
            <a:spAutoFit/>
          </a:bodyPr>
          <a:lstStyle/>
          <a:p>
            <a:pPr>
              <a:lnSpc>
                <a:spcPct val="113000"/>
              </a:lnSpc>
            </a:pPr>
            <a:r>
              <a:rPr lang="en-US" sz="3467" b="0">
                <a:latin typeface="Arial"/>
              </a:rPr>
              <a:t>The captures are long by design: cellular network activity varies from cycle to cycle, so each schedule ran long enough to collect many complete reporting cycles, and the steady-state means average complete hours only, with the first boot hour excluded.</a:t>
            </a:r>
            <a:endParaRPr lang="en-US" sz="3467" b="0" dirty="0">
              <a:latin typeface="Arial"/>
            </a:endParaRPr>
          </a:p>
        </p:txBody>
      </p:sp>
      <p:sp>
        <p:nvSpPr>
          <p:cNvPr id="4" name="LatencyBlock">
            <a:extLst>
              <a:ext uri="{FF2B5EF4-FFF2-40B4-BE49-F238E27FC236}">
                <a16:creationId xmlns:a16="http://schemas.microsoft.com/office/drawing/2014/main" id="{309F72E3-5D52-185F-B8D9-5B0E8E67A8EA}"/>
              </a:ext>
            </a:extLst>
          </p:cNvPr>
          <p:cNvSpPr txBox="1"/>
          <p:nvPr/>
        </p:nvSpPr>
        <p:spPr>
          <a:xfrm>
            <a:off x="29580839" y="23042879"/>
            <a:ext cx="13414248" cy="2651760"/>
          </a:xfrm>
          <a:prstGeom prst="rect">
            <a:avLst/>
          </a:prstGeom>
          <a:noFill/>
        </p:spPr>
        <p:txBody>
          <a:bodyPr wrap="square" lIns="0" tIns="0" rIns="0" bIns="0">
            <a:spAutoFit/>
          </a:bodyPr>
          <a:lstStyle/>
          <a:p>
            <a:pPr>
              <a:lnSpc>
                <a:spcPct val="113000"/>
              </a:lnSpc>
            </a:pPr>
            <a:r>
              <a:rPr lang="en-US" sz="3467" b="0">
                <a:latin typeface="Arial"/>
              </a:rPr>
              <a:t>The cost of slower reporting is latency: a report of street flooding can arrive up to the reporting interval late. Proposal (1) below counters this by restoring 1-minute reporting when a storm is forecast or nearby flooding is detected.</a:t>
            </a:r>
            <a:endParaRPr lang="en-US" sz="3467" b="0" dirty="0">
              <a:latin typeface="Arial"/>
            </a:endParaRPr>
          </a:p>
        </p:txBody>
      </p:sp>
      <p:pic>
        <p:nvPicPr>
          <p:cNvPr id="7" name="Fig1SolarSeason">
            <a:extLst>
              <a:ext uri="{FF2B5EF4-FFF2-40B4-BE49-F238E27FC236}">
                <a16:creationId xmlns:a16="http://schemas.microsoft.com/office/drawing/2014/main" id="{0896E8D3-0E06-4A02-9689-122D84404AAA}"/>
              </a:ext>
            </a:extLst>
          </p:cNvPr>
          <p:cNvPicPr>
            <a:picLocks/>
          </p:cNvPicPr>
          <p:nvPr/>
        </p:nvPicPr>
        <p:blipFill>
          <a:blip r:embed="rId8"/>
          <a:stretch>
            <a:fillRect/>
          </a:stretch>
        </p:blipFill>
        <p:spPr>
          <a:xfrm>
            <a:off x="2139696" y="29215079"/>
            <a:ext cx="10972800" cy="3322015"/>
          </a:xfrm>
          <a:prstGeom prst="rect">
            <a:avLst/>
          </a:prstGeom>
        </p:spPr>
      </p:pic>
    </p:spTree>
    <p:extLst>
      <p:ext uri="{BB962C8B-B14F-4D97-AF65-F5344CB8AC3E}">
        <p14:creationId xmlns:p14="http://schemas.microsoft.com/office/powerpoint/2010/main" val="84384699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799</Words>
  <Application>Microsoft Office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Nicholas Reinoso</dc:creator>
  <cp:lastModifiedBy>Nicholas Reinoso</cp:lastModifiedBy>
  <cp:revision>26</cp:revision>
  <dcterms:created xsi:type="dcterms:W3CDTF">2012-08-01T15:45:41Z</dcterms:created>
  <dcterms:modified xsi:type="dcterms:W3CDTF">2026-08-30T04:47:10Z</dcterms:modified>
</cp:coreProperties>
</file>